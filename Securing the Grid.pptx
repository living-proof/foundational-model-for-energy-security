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6"/>
  </p:notesMasterIdLst>
  <p:sldIdLst>
    <p:sldId id="262" r:id="rId2"/>
    <p:sldId id="263" r:id="rId3"/>
    <p:sldId id="264" r:id="rId4"/>
    <p:sldId id="274" r:id="rId5"/>
    <p:sldId id="265" r:id="rId6"/>
    <p:sldId id="273" r:id="rId7"/>
    <p:sldId id="266" r:id="rId8"/>
    <p:sldId id="267" r:id="rId9"/>
    <p:sldId id="270" r:id="rId10"/>
    <p:sldId id="268" r:id="rId11"/>
    <p:sldId id="269" r:id="rId12"/>
    <p:sldId id="271" r:id="rId13"/>
    <p:sldId id="256"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CC"/>
    <a:srgbClr val="3A9E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C81532-B31C-4FD5-8912-C610E535E327}" v="101" dt="2026-03-16T22:04:36.237"/>
    <p1510:client id="{E1AABF21-B1E2-473A-86E0-AA9EAC099C48}" v="2" dt="2026-03-17T15:09:38.2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94"/>
  </p:normalViewPr>
  <p:slideViewPr>
    <p:cSldViewPr snapToGrid="0" snapToObjects="1">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rantes, Jorel Austin (STUDENT)" userId="79a9870d-6483-4a74-aae8-646d14a2005a" providerId="ADAL" clId="{8E749178-96DE-4899-90D4-BAF15EDA3C9B}"/>
    <pc:docChg chg="undo custSel addSld delSld modSld sldOrd">
      <pc:chgData name="Abrantes, Jorel Austin (STUDENT)" userId="79a9870d-6483-4a74-aae8-646d14a2005a" providerId="ADAL" clId="{8E749178-96DE-4899-90D4-BAF15EDA3C9B}" dt="2026-03-16T22:05:30.636" v="2346" actId="1076"/>
      <pc:docMkLst>
        <pc:docMk/>
      </pc:docMkLst>
      <pc:sldChg chg="addSp delSp modSp mod">
        <pc:chgData name="Abrantes, Jorel Austin (STUDENT)" userId="79a9870d-6483-4a74-aae8-646d14a2005a" providerId="ADAL" clId="{8E749178-96DE-4899-90D4-BAF15EDA3C9B}" dt="2026-03-16T22:03:30.556" v="2331" actId="20577"/>
        <pc:sldMkLst>
          <pc:docMk/>
          <pc:sldMk cId="2246755923" sldId="256"/>
        </pc:sldMkLst>
        <pc:spChg chg="mod">
          <ac:chgData name="Abrantes, Jorel Austin (STUDENT)" userId="79a9870d-6483-4a74-aae8-646d14a2005a" providerId="ADAL" clId="{8E749178-96DE-4899-90D4-BAF15EDA3C9B}" dt="2026-03-16T22:03:30.556" v="2331" actId="20577"/>
          <ac:spMkLst>
            <pc:docMk/>
            <pc:sldMk cId="2246755923" sldId="256"/>
            <ac:spMk id="2" creationId="{1C156CBC-DA70-7741-BB3F-BCDBBE052F88}"/>
          </ac:spMkLst>
        </pc:spChg>
        <pc:spChg chg="del mod">
          <ac:chgData name="Abrantes, Jorel Austin (STUDENT)" userId="79a9870d-6483-4a74-aae8-646d14a2005a" providerId="ADAL" clId="{8E749178-96DE-4899-90D4-BAF15EDA3C9B}" dt="2026-03-16T21:55:10.435" v="2298" actId="478"/>
          <ac:spMkLst>
            <pc:docMk/>
            <pc:sldMk cId="2246755923" sldId="256"/>
            <ac:spMk id="3" creationId="{FDB0E14B-6889-F849-8A8C-D01D7C36038D}"/>
          </ac:spMkLst>
        </pc:spChg>
        <pc:spChg chg="del">
          <ac:chgData name="Abrantes, Jorel Austin (STUDENT)" userId="79a9870d-6483-4a74-aae8-646d14a2005a" providerId="ADAL" clId="{8E749178-96DE-4899-90D4-BAF15EDA3C9B}" dt="2026-03-16T21:55:06.024" v="2296" actId="478"/>
          <ac:spMkLst>
            <pc:docMk/>
            <pc:sldMk cId="2246755923" sldId="256"/>
            <ac:spMk id="4" creationId="{BD0F4563-AB5E-1F4E-B28C-08AC1323034C}"/>
          </ac:spMkLst>
        </pc:spChg>
        <pc:spChg chg="add mod">
          <ac:chgData name="Abrantes, Jorel Austin (STUDENT)" userId="79a9870d-6483-4a74-aae8-646d14a2005a" providerId="ADAL" clId="{8E749178-96DE-4899-90D4-BAF15EDA3C9B}" dt="2026-03-16T21:55:06.024" v="2296" actId="478"/>
          <ac:spMkLst>
            <pc:docMk/>
            <pc:sldMk cId="2246755923" sldId="256"/>
            <ac:spMk id="6" creationId="{8851B30C-5A06-3BF4-5687-E37832993BA5}"/>
          </ac:spMkLst>
        </pc:spChg>
        <pc:spChg chg="add mod">
          <ac:chgData name="Abrantes, Jorel Austin (STUDENT)" userId="79a9870d-6483-4a74-aae8-646d14a2005a" providerId="ADAL" clId="{8E749178-96DE-4899-90D4-BAF15EDA3C9B}" dt="2026-03-16T21:55:10.435" v="2298" actId="478"/>
          <ac:spMkLst>
            <pc:docMk/>
            <pc:sldMk cId="2246755923" sldId="256"/>
            <ac:spMk id="8" creationId="{8BD6EE48-9DEB-2BA9-149A-AFF20728F1B5}"/>
          </ac:spMkLst>
        </pc:spChg>
      </pc:sldChg>
      <pc:sldChg chg="del">
        <pc:chgData name="Abrantes, Jorel Austin (STUDENT)" userId="79a9870d-6483-4a74-aae8-646d14a2005a" providerId="ADAL" clId="{8E749178-96DE-4899-90D4-BAF15EDA3C9B}" dt="2026-03-16T21:54:55.803" v="2294" actId="47"/>
        <pc:sldMkLst>
          <pc:docMk/>
          <pc:sldMk cId="3681362828" sldId="257"/>
        </pc:sldMkLst>
      </pc:sldChg>
      <pc:sldChg chg="del">
        <pc:chgData name="Abrantes, Jorel Austin (STUDENT)" userId="79a9870d-6483-4a74-aae8-646d14a2005a" providerId="ADAL" clId="{8E749178-96DE-4899-90D4-BAF15EDA3C9B}" dt="2026-03-16T21:54:54.527" v="2292" actId="47"/>
        <pc:sldMkLst>
          <pc:docMk/>
          <pc:sldMk cId="1215709844" sldId="258"/>
        </pc:sldMkLst>
      </pc:sldChg>
      <pc:sldChg chg="del">
        <pc:chgData name="Abrantes, Jorel Austin (STUDENT)" userId="79a9870d-6483-4a74-aae8-646d14a2005a" providerId="ADAL" clId="{8E749178-96DE-4899-90D4-BAF15EDA3C9B}" dt="2026-03-16T21:54:55.196" v="2293" actId="47"/>
        <pc:sldMkLst>
          <pc:docMk/>
          <pc:sldMk cId="1387988044" sldId="259"/>
        </pc:sldMkLst>
      </pc:sldChg>
      <pc:sldChg chg="del">
        <pc:chgData name="Abrantes, Jorel Austin (STUDENT)" userId="79a9870d-6483-4a74-aae8-646d14a2005a" providerId="ADAL" clId="{8E749178-96DE-4899-90D4-BAF15EDA3C9B}" dt="2026-03-16T21:55:02.195" v="2295" actId="47"/>
        <pc:sldMkLst>
          <pc:docMk/>
          <pc:sldMk cId="491121958" sldId="260"/>
        </pc:sldMkLst>
      </pc:sldChg>
      <pc:sldChg chg="del">
        <pc:chgData name="Abrantes, Jorel Austin (STUDENT)" userId="79a9870d-6483-4a74-aae8-646d14a2005a" providerId="ADAL" clId="{8E749178-96DE-4899-90D4-BAF15EDA3C9B}" dt="2026-03-16T21:54:54.072" v="2291" actId="47"/>
        <pc:sldMkLst>
          <pc:docMk/>
          <pc:sldMk cId="4189160374" sldId="261"/>
        </pc:sldMkLst>
      </pc:sldChg>
      <pc:sldChg chg="addSp delSp modSp mod">
        <pc:chgData name="Abrantes, Jorel Austin (STUDENT)" userId="79a9870d-6483-4a74-aae8-646d14a2005a" providerId="ADAL" clId="{8E749178-96DE-4899-90D4-BAF15EDA3C9B}" dt="2026-03-16T17:28:50.414" v="131" actId="207"/>
        <pc:sldMkLst>
          <pc:docMk/>
          <pc:sldMk cId="2774587373" sldId="263"/>
        </pc:sldMkLst>
        <pc:spChg chg="mod">
          <ac:chgData name="Abrantes, Jorel Austin (STUDENT)" userId="79a9870d-6483-4a74-aae8-646d14a2005a" providerId="ADAL" clId="{8E749178-96DE-4899-90D4-BAF15EDA3C9B}" dt="2026-03-16T17:26:23.647" v="123" actId="1076"/>
          <ac:spMkLst>
            <pc:docMk/>
            <pc:sldMk cId="2774587373" sldId="263"/>
            <ac:spMk id="6" creationId="{E314FF84-CEA1-5D75-12D5-31B1D43B4BE4}"/>
          </ac:spMkLst>
        </pc:spChg>
        <pc:spChg chg="mod">
          <ac:chgData name="Abrantes, Jorel Austin (STUDENT)" userId="79a9870d-6483-4a74-aae8-646d14a2005a" providerId="ADAL" clId="{8E749178-96DE-4899-90D4-BAF15EDA3C9B}" dt="2026-03-16T17:26:16.049" v="120" actId="1076"/>
          <ac:spMkLst>
            <pc:docMk/>
            <pc:sldMk cId="2774587373" sldId="263"/>
            <ac:spMk id="10" creationId="{12E6DB82-9908-EDA6-AD30-3FADA3F9D07F}"/>
          </ac:spMkLst>
        </pc:spChg>
        <pc:spChg chg="add del mod">
          <ac:chgData name="Abrantes, Jorel Austin (STUDENT)" userId="79a9870d-6483-4a74-aae8-646d14a2005a" providerId="ADAL" clId="{8E749178-96DE-4899-90D4-BAF15EDA3C9B}" dt="2026-03-16T17:26:16.049" v="120" actId="1076"/>
          <ac:spMkLst>
            <pc:docMk/>
            <pc:sldMk cId="2774587373" sldId="263"/>
            <ac:spMk id="11" creationId="{8B3EBBDB-88A7-A649-7311-5FB837F969CD}"/>
          </ac:spMkLst>
        </pc:spChg>
        <pc:spChg chg="mod">
          <ac:chgData name="Abrantes, Jorel Austin (STUDENT)" userId="79a9870d-6483-4a74-aae8-646d14a2005a" providerId="ADAL" clId="{8E749178-96DE-4899-90D4-BAF15EDA3C9B}" dt="2026-03-16T17:28:39.437" v="129" actId="207"/>
          <ac:spMkLst>
            <pc:docMk/>
            <pc:sldMk cId="2774587373" sldId="263"/>
            <ac:spMk id="12" creationId="{AC8BBE57-FA62-0CB8-56E1-7DEA9FB4D592}"/>
          </ac:spMkLst>
        </pc:spChg>
        <pc:spChg chg="mod">
          <ac:chgData name="Abrantes, Jorel Austin (STUDENT)" userId="79a9870d-6483-4a74-aae8-646d14a2005a" providerId="ADAL" clId="{8E749178-96DE-4899-90D4-BAF15EDA3C9B}" dt="2026-03-16T17:28:46.412" v="130" actId="207"/>
          <ac:spMkLst>
            <pc:docMk/>
            <pc:sldMk cId="2774587373" sldId="263"/>
            <ac:spMk id="13" creationId="{B1662C9A-C00B-9FEE-618B-C434717CE6FF}"/>
          </ac:spMkLst>
        </pc:spChg>
        <pc:spChg chg="mod">
          <ac:chgData name="Abrantes, Jorel Austin (STUDENT)" userId="79a9870d-6483-4a74-aae8-646d14a2005a" providerId="ADAL" clId="{8E749178-96DE-4899-90D4-BAF15EDA3C9B}" dt="2026-03-16T17:28:50.414" v="131" actId="207"/>
          <ac:spMkLst>
            <pc:docMk/>
            <pc:sldMk cId="2774587373" sldId="263"/>
            <ac:spMk id="14" creationId="{6140B9DD-3FA7-9D21-2E30-BD42FB1EE99D}"/>
          </ac:spMkLst>
        </pc:spChg>
        <pc:spChg chg="add mod">
          <ac:chgData name="Abrantes, Jorel Austin (STUDENT)" userId="79a9870d-6483-4a74-aae8-646d14a2005a" providerId="ADAL" clId="{8E749178-96DE-4899-90D4-BAF15EDA3C9B}" dt="2026-03-16T17:26:16.049" v="120" actId="1076"/>
          <ac:spMkLst>
            <pc:docMk/>
            <pc:sldMk cId="2774587373" sldId="263"/>
            <ac:spMk id="16" creationId="{7A8C8177-D4E9-9BAC-4AC5-78716E731E03}"/>
          </ac:spMkLst>
        </pc:spChg>
        <pc:spChg chg="add mod">
          <ac:chgData name="Abrantes, Jorel Austin (STUDENT)" userId="79a9870d-6483-4a74-aae8-646d14a2005a" providerId="ADAL" clId="{8E749178-96DE-4899-90D4-BAF15EDA3C9B}" dt="2026-03-16T17:26:16.049" v="120" actId="1076"/>
          <ac:spMkLst>
            <pc:docMk/>
            <pc:sldMk cId="2774587373" sldId="263"/>
            <ac:spMk id="17" creationId="{883515AA-14DC-28BC-7737-41E5AB83366B}"/>
          </ac:spMkLst>
        </pc:spChg>
        <pc:spChg chg="add mod">
          <ac:chgData name="Abrantes, Jorel Austin (STUDENT)" userId="79a9870d-6483-4a74-aae8-646d14a2005a" providerId="ADAL" clId="{8E749178-96DE-4899-90D4-BAF15EDA3C9B}" dt="2026-03-16T17:26:16.049" v="120" actId="1076"/>
          <ac:spMkLst>
            <pc:docMk/>
            <pc:sldMk cId="2774587373" sldId="263"/>
            <ac:spMk id="18" creationId="{4E164F05-02FA-63E3-D44B-01BE4EFEDF3E}"/>
          </ac:spMkLst>
        </pc:spChg>
        <pc:spChg chg="add mod">
          <ac:chgData name="Abrantes, Jorel Austin (STUDENT)" userId="79a9870d-6483-4a74-aae8-646d14a2005a" providerId="ADAL" clId="{8E749178-96DE-4899-90D4-BAF15EDA3C9B}" dt="2026-03-16T17:22:36.054" v="88" actId="1038"/>
          <ac:spMkLst>
            <pc:docMk/>
            <pc:sldMk cId="2774587373" sldId="263"/>
            <ac:spMk id="19" creationId="{D21594D4-64DC-8262-BEFA-93E448ABC943}"/>
          </ac:spMkLst>
        </pc:spChg>
        <pc:spChg chg="add mod">
          <ac:chgData name="Abrantes, Jorel Austin (STUDENT)" userId="79a9870d-6483-4a74-aae8-646d14a2005a" providerId="ADAL" clId="{8E749178-96DE-4899-90D4-BAF15EDA3C9B}" dt="2026-03-16T17:22:33.313" v="85"/>
          <ac:spMkLst>
            <pc:docMk/>
            <pc:sldMk cId="2774587373" sldId="263"/>
            <ac:spMk id="20" creationId="{77CD0FA5-B94B-2D3E-3400-AF84A6D2D8D4}"/>
          </ac:spMkLst>
        </pc:spChg>
        <pc:spChg chg="add mod">
          <ac:chgData name="Abrantes, Jorel Austin (STUDENT)" userId="79a9870d-6483-4a74-aae8-646d14a2005a" providerId="ADAL" clId="{8E749178-96DE-4899-90D4-BAF15EDA3C9B}" dt="2026-03-16T17:27:26.510" v="127" actId="207"/>
          <ac:spMkLst>
            <pc:docMk/>
            <pc:sldMk cId="2774587373" sldId="263"/>
            <ac:spMk id="21" creationId="{A6F7CC5A-4643-8F53-A650-B0FC3413B6AE}"/>
          </ac:spMkLst>
        </pc:spChg>
      </pc:sldChg>
      <pc:sldChg chg="addSp delSp modSp mod">
        <pc:chgData name="Abrantes, Jorel Austin (STUDENT)" userId="79a9870d-6483-4a74-aae8-646d14a2005a" providerId="ADAL" clId="{8E749178-96DE-4899-90D4-BAF15EDA3C9B}" dt="2026-03-16T20:21:10.078" v="2008" actId="113"/>
        <pc:sldMkLst>
          <pc:docMk/>
          <pc:sldMk cId="3300585735" sldId="264"/>
        </pc:sldMkLst>
        <pc:spChg chg="mod">
          <ac:chgData name="Abrantes, Jorel Austin (STUDENT)" userId="79a9870d-6483-4a74-aae8-646d14a2005a" providerId="ADAL" clId="{8E749178-96DE-4899-90D4-BAF15EDA3C9B}" dt="2026-03-16T17:35:50.781" v="135" actId="113"/>
          <ac:spMkLst>
            <pc:docMk/>
            <pc:sldMk cId="3300585735" sldId="264"/>
            <ac:spMk id="2" creationId="{7E4204D6-29EE-6C94-3C2C-0167E1BDF2F9}"/>
          </ac:spMkLst>
        </pc:spChg>
        <pc:spChg chg="add del mod">
          <ac:chgData name="Abrantes, Jorel Austin (STUDENT)" userId="79a9870d-6483-4a74-aae8-646d14a2005a" providerId="ADAL" clId="{8E749178-96DE-4899-90D4-BAF15EDA3C9B}" dt="2026-03-16T17:36:10.071" v="139" actId="478"/>
          <ac:spMkLst>
            <pc:docMk/>
            <pc:sldMk cId="3300585735" sldId="264"/>
            <ac:spMk id="3" creationId="{26CD8A36-4E2B-1CDE-23DD-FF47C8D6ED1B}"/>
          </ac:spMkLst>
        </pc:spChg>
        <pc:spChg chg="add mod">
          <ac:chgData name="Abrantes, Jorel Austin (STUDENT)" userId="79a9870d-6483-4a74-aae8-646d14a2005a" providerId="ADAL" clId="{8E749178-96DE-4899-90D4-BAF15EDA3C9B}" dt="2026-03-16T20:21:10.078" v="2008" actId="113"/>
          <ac:spMkLst>
            <pc:docMk/>
            <pc:sldMk cId="3300585735" sldId="264"/>
            <ac:spMk id="5" creationId="{E0E6B278-7220-13DB-9D4F-862B629BD680}"/>
          </ac:spMkLst>
        </pc:spChg>
        <pc:spChg chg="add mod ord">
          <ac:chgData name="Abrantes, Jorel Austin (STUDENT)" userId="79a9870d-6483-4a74-aae8-646d14a2005a" providerId="ADAL" clId="{8E749178-96DE-4899-90D4-BAF15EDA3C9B}" dt="2026-03-16T17:41:14.357" v="231" actId="1076"/>
          <ac:spMkLst>
            <pc:docMk/>
            <pc:sldMk cId="3300585735" sldId="264"/>
            <ac:spMk id="6" creationId="{033D1586-13D0-49A1-113D-CB14E8DC419F}"/>
          </ac:spMkLst>
        </pc:spChg>
        <pc:spChg chg="mod">
          <ac:chgData name="Abrantes, Jorel Austin (STUDENT)" userId="79a9870d-6483-4a74-aae8-646d14a2005a" providerId="ADAL" clId="{8E749178-96DE-4899-90D4-BAF15EDA3C9B}" dt="2026-03-16T20:21:08.322" v="2007" actId="113"/>
          <ac:spMkLst>
            <pc:docMk/>
            <pc:sldMk cId="3300585735" sldId="264"/>
            <ac:spMk id="7" creationId="{B52BBF05-57CC-D33D-DAD5-ABE705E8184F}"/>
          </ac:spMkLst>
        </pc:spChg>
        <pc:spChg chg="add del mod">
          <ac:chgData name="Abrantes, Jorel Austin (STUDENT)" userId="79a9870d-6483-4a74-aae8-646d14a2005a" providerId="ADAL" clId="{8E749178-96DE-4899-90D4-BAF15EDA3C9B}" dt="2026-03-16T17:38:45.879" v="208" actId="478"/>
          <ac:spMkLst>
            <pc:docMk/>
            <pc:sldMk cId="3300585735" sldId="264"/>
            <ac:spMk id="9" creationId="{4312814C-A2D8-4740-BC23-3276BE6737AB}"/>
          </ac:spMkLst>
        </pc:spChg>
        <pc:spChg chg="add mod ord">
          <ac:chgData name="Abrantes, Jorel Austin (STUDENT)" userId="79a9870d-6483-4a74-aae8-646d14a2005a" providerId="ADAL" clId="{8E749178-96DE-4899-90D4-BAF15EDA3C9B}" dt="2026-03-16T17:40:57.048" v="228" actId="1076"/>
          <ac:spMkLst>
            <pc:docMk/>
            <pc:sldMk cId="3300585735" sldId="264"/>
            <ac:spMk id="10" creationId="{13BA5CFB-9E04-1EAE-6A86-E6F07B266F71}"/>
          </ac:spMkLst>
        </pc:spChg>
      </pc:sldChg>
      <pc:sldChg chg="addSp delSp modSp mod">
        <pc:chgData name="Abrantes, Jorel Austin (STUDENT)" userId="79a9870d-6483-4a74-aae8-646d14a2005a" providerId="ADAL" clId="{8E749178-96DE-4899-90D4-BAF15EDA3C9B}" dt="2026-03-16T22:03:30.189" v="2330" actId="14100"/>
        <pc:sldMkLst>
          <pc:docMk/>
          <pc:sldMk cId="4199300876" sldId="265"/>
        </pc:sldMkLst>
        <pc:spChg chg="mod">
          <ac:chgData name="Abrantes, Jorel Austin (STUDENT)" userId="79a9870d-6483-4a74-aae8-646d14a2005a" providerId="ADAL" clId="{8E749178-96DE-4899-90D4-BAF15EDA3C9B}" dt="2026-03-16T18:49:41.756" v="823" actId="20577"/>
          <ac:spMkLst>
            <pc:docMk/>
            <pc:sldMk cId="4199300876" sldId="265"/>
            <ac:spMk id="2" creationId="{B0A87727-D95C-C2AB-566E-A59647389767}"/>
          </ac:spMkLst>
        </pc:spChg>
        <pc:spChg chg="add del mod">
          <ac:chgData name="Abrantes, Jorel Austin (STUDENT)" userId="79a9870d-6483-4a74-aae8-646d14a2005a" providerId="ADAL" clId="{8E749178-96DE-4899-90D4-BAF15EDA3C9B}" dt="2026-03-16T18:31:52.995" v="253" actId="478"/>
          <ac:spMkLst>
            <pc:docMk/>
            <pc:sldMk cId="4199300876" sldId="265"/>
            <ac:spMk id="5" creationId="{E50B6F14-1005-A1E8-CF72-DEED480286BE}"/>
          </ac:spMkLst>
        </pc:spChg>
        <pc:spChg chg="add mod">
          <ac:chgData name="Abrantes, Jorel Austin (STUDENT)" userId="79a9870d-6483-4a74-aae8-646d14a2005a" providerId="ADAL" clId="{8E749178-96DE-4899-90D4-BAF15EDA3C9B}" dt="2026-03-16T22:03:29.925" v="2329" actId="14100"/>
          <ac:spMkLst>
            <pc:docMk/>
            <pc:sldMk cId="4199300876" sldId="265"/>
            <ac:spMk id="6" creationId="{2765181A-AD94-D380-7CF2-3F9B063133E5}"/>
          </ac:spMkLst>
        </pc:spChg>
        <pc:spChg chg="del">
          <ac:chgData name="Abrantes, Jorel Austin (STUDENT)" userId="79a9870d-6483-4a74-aae8-646d14a2005a" providerId="ADAL" clId="{8E749178-96DE-4899-90D4-BAF15EDA3C9B}" dt="2026-03-16T18:31:51.596" v="252" actId="478"/>
          <ac:spMkLst>
            <pc:docMk/>
            <pc:sldMk cId="4199300876" sldId="265"/>
            <ac:spMk id="7" creationId="{BE90B916-2E8A-C2DD-E058-BBBD55888F00}"/>
          </ac:spMkLst>
        </pc:spChg>
        <pc:spChg chg="add mod">
          <ac:chgData name="Abrantes, Jorel Austin (STUDENT)" userId="79a9870d-6483-4a74-aae8-646d14a2005a" providerId="ADAL" clId="{8E749178-96DE-4899-90D4-BAF15EDA3C9B}" dt="2026-03-16T22:03:30.189" v="2330" actId="14100"/>
          <ac:spMkLst>
            <pc:docMk/>
            <pc:sldMk cId="4199300876" sldId="265"/>
            <ac:spMk id="8" creationId="{78F1A28A-4EAA-AC75-A43F-5DE4DB677B50}"/>
          </ac:spMkLst>
        </pc:spChg>
        <pc:spChg chg="add mod">
          <ac:chgData name="Abrantes, Jorel Austin (STUDENT)" userId="79a9870d-6483-4a74-aae8-646d14a2005a" providerId="ADAL" clId="{8E749178-96DE-4899-90D4-BAF15EDA3C9B}" dt="2026-03-16T22:03:30.189" v="2330" actId="14100"/>
          <ac:spMkLst>
            <pc:docMk/>
            <pc:sldMk cId="4199300876" sldId="265"/>
            <ac:spMk id="9" creationId="{6DDB7287-3487-6F8C-8C3B-DC65B182317B}"/>
          </ac:spMkLst>
        </pc:spChg>
        <pc:spChg chg="add mod">
          <ac:chgData name="Abrantes, Jorel Austin (STUDENT)" userId="79a9870d-6483-4a74-aae8-646d14a2005a" providerId="ADAL" clId="{8E749178-96DE-4899-90D4-BAF15EDA3C9B}" dt="2026-03-16T22:03:29.925" v="2329" actId="14100"/>
          <ac:spMkLst>
            <pc:docMk/>
            <pc:sldMk cId="4199300876" sldId="265"/>
            <ac:spMk id="11" creationId="{BF4C93D7-C5C2-205E-D557-FB0414083985}"/>
          </ac:spMkLst>
        </pc:spChg>
        <pc:graphicFrameChg chg="add mod modGraphic">
          <ac:chgData name="Abrantes, Jorel Austin (STUDENT)" userId="79a9870d-6483-4a74-aae8-646d14a2005a" providerId="ADAL" clId="{8E749178-96DE-4899-90D4-BAF15EDA3C9B}" dt="2026-03-16T22:03:29.925" v="2329" actId="14100"/>
          <ac:graphicFrameMkLst>
            <pc:docMk/>
            <pc:sldMk cId="4199300876" sldId="265"/>
            <ac:graphicFrameMk id="10" creationId="{0A2E2A33-7EF1-A239-9019-F72ABE465C7D}"/>
          </ac:graphicFrameMkLst>
        </pc:graphicFrameChg>
        <pc:picChg chg="add del mod">
          <ac:chgData name="Abrantes, Jorel Austin (STUDENT)" userId="79a9870d-6483-4a74-aae8-646d14a2005a" providerId="ADAL" clId="{8E749178-96DE-4899-90D4-BAF15EDA3C9B}" dt="2026-03-16T22:03:28.471" v="2325" actId="931"/>
          <ac:picMkLst>
            <pc:docMk/>
            <pc:sldMk cId="4199300876" sldId="265"/>
            <ac:picMk id="13" creationId="{3E427A42-DB45-3AD5-8399-36A4D87CF1BD}"/>
          </ac:picMkLst>
        </pc:picChg>
      </pc:sldChg>
      <pc:sldChg chg="addSp delSp modSp mod">
        <pc:chgData name="Abrantes, Jorel Austin (STUDENT)" userId="79a9870d-6483-4a74-aae8-646d14a2005a" providerId="ADAL" clId="{8E749178-96DE-4899-90D4-BAF15EDA3C9B}" dt="2026-03-16T19:13:10.790" v="1259" actId="20577"/>
        <pc:sldMkLst>
          <pc:docMk/>
          <pc:sldMk cId="1004203249" sldId="266"/>
        </pc:sldMkLst>
        <pc:spChg chg="mod">
          <ac:chgData name="Abrantes, Jorel Austin (STUDENT)" userId="79a9870d-6483-4a74-aae8-646d14a2005a" providerId="ADAL" clId="{8E749178-96DE-4899-90D4-BAF15EDA3C9B}" dt="2026-03-16T18:50:04.557" v="825" actId="207"/>
          <ac:spMkLst>
            <pc:docMk/>
            <pc:sldMk cId="1004203249" sldId="266"/>
            <ac:spMk id="2" creationId="{453CE6F7-374F-8AD0-F30E-6DC4905D7C9E}"/>
          </ac:spMkLst>
        </pc:spChg>
        <pc:spChg chg="add del mod">
          <ac:chgData name="Abrantes, Jorel Austin (STUDENT)" userId="79a9870d-6483-4a74-aae8-646d14a2005a" providerId="ADAL" clId="{8E749178-96DE-4899-90D4-BAF15EDA3C9B}" dt="2026-03-16T18:50:18.965" v="828" actId="478"/>
          <ac:spMkLst>
            <pc:docMk/>
            <pc:sldMk cId="1004203249" sldId="266"/>
            <ac:spMk id="5" creationId="{E8B3C16D-4663-83B4-8C19-E29C5F92C6F6}"/>
          </ac:spMkLst>
        </pc:spChg>
        <pc:spChg chg="add mod">
          <ac:chgData name="Abrantes, Jorel Austin (STUDENT)" userId="79a9870d-6483-4a74-aae8-646d14a2005a" providerId="ADAL" clId="{8E749178-96DE-4899-90D4-BAF15EDA3C9B}" dt="2026-03-16T18:50:15.863" v="827"/>
          <ac:spMkLst>
            <pc:docMk/>
            <pc:sldMk cId="1004203249" sldId="266"/>
            <ac:spMk id="6" creationId="{8208A123-392A-B31D-AFA7-510522F0E49B}"/>
          </ac:spMkLst>
        </pc:spChg>
        <pc:spChg chg="del">
          <ac:chgData name="Abrantes, Jorel Austin (STUDENT)" userId="79a9870d-6483-4a74-aae8-646d14a2005a" providerId="ADAL" clId="{8E749178-96DE-4899-90D4-BAF15EDA3C9B}" dt="2026-03-16T18:50:15.515" v="826" actId="478"/>
          <ac:spMkLst>
            <pc:docMk/>
            <pc:sldMk cId="1004203249" sldId="266"/>
            <ac:spMk id="7" creationId="{8022D2E6-2D97-7005-E538-114133257BB7}"/>
          </ac:spMkLst>
        </pc:spChg>
        <pc:spChg chg="add mod">
          <ac:chgData name="Abrantes, Jorel Austin (STUDENT)" userId="79a9870d-6483-4a74-aae8-646d14a2005a" providerId="ADAL" clId="{8E749178-96DE-4899-90D4-BAF15EDA3C9B}" dt="2026-03-16T18:50:15.863" v="827"/>
          <ac:spMkLst>
            <pc:docMk/>
            <pc:sldMk cId="1004203249" sldId="266"/>
            <ac:spMk id="8" creationId="{AA43C1D0-FE2C-2ADF-ABE4-DDBA6EE228BE}"/>
          </ac:spMkLst>
        </pc:spChg>
        <pc:spChg chg="add mod">
          <ac:chgData name="Abrantes, Jorel Austin (STUDENT)" userId="79a9870d-6483-4a74-aae8-646d14a2005a" providerId="ADAL" clId="{8E749178-96DE-4899-90D4-BAF15EDA3C9B}" dt="2026-03-16T18:50:15.863" v="827"/>
          <ac:spMkLst>
            <pc:docMk/>
            <pc:sldMk cId="1004203249" sldId="266"/>
            <ac:spMk id="9" creationId="{5A55E66C-B32C-EF69-9EE4-F61DE4853066}"/>
          </ac:spMkLst>
        </pc:spChg>
        <pc:spChg chg="add mod">
          <ac:chgData name="Abrantes, Jorel Austin (STUDENT)" userId="79a9870d-6483-4a74-aae8-646d14a2005a" providerId="ADAL" clId="{8E749178-96DE-4899-90D4-BAF15EDA3C9B}" dt="2026-03-16T18:50:15.863" v="827"/>
          <ac:spMkLst>
            <pc:docMk/>
            <pc:sldMk cId="1004203249" sldId="266"/>
            <ac:spMk id="10" creationId="{9299A39F-F1F1-813A-CB2A-1523D4F74C66}"/>
          </ac:spMkLst>
        </pc:spChg>
        <pc:spChg chg="add mod">
          <ac:chgData name="Abrantes, Jorel Austin (STUDENT)" userId="79a9870d-6483-4a74-aae8-646d14a2005a" providerId="ADAL" clId="{8E749178-96DE-4899-90D4-BAF15EDA3C9B}" dt="2026-03-16T18:50:15.863" v="827"/>
          <ac:spMkLst>
            <pc:docMk/>
            <pc:sldMk cId="1004203249" sldId="266"/>
            <ac:spMk id="11" creationId="{3BA201D9-50B5-98AF-2160-C413C38EF425}"/>
          </ac:spMkLst>
        </pc:spChg>
        <pc:spChg chg="add mod">
          <ac:chgData name="Abrantes, Jorel Austin (STUDENT)" userId="79a9870d-6483-4a74-aae8-646d14a2005a" providerId="ADAL" clId="{8E749178-96DE-4899-90D4-BAF15EDA3C9B}" dt="2026-03-16T18:50:15.863" v="827"/>
          <ac:spMkLst>
            <pc:docMk/>
            <pc:sldMk cId="1004203249" sldId="266"/>
            <ac:spMk id="12" creationId="{46A61AC1-B356-39EF-5B0B-3703DCDDF743}"/>
          </ac:spMkLst>
        </pc:spChg>
        <pc:spChg chg="add mod">
          <ac:chgData name="Abrantes, Jorel Austin (STUDENT)" userId="79a9870d-6483-4a74-aae8-646d14a2005a" providerId="ADAL" clId="{8E749178-96DE-4899-90D4-BAF15EDA3C9B}" dt="2026-03-16T18:50:15.863" v="827"/>
          <ac:spMkLst>
            <pc:docMk/>
            <pc:sldMk cId="1004203249" sldId="266"/>
            <ac:spMk id="14" creationId="{22ACCF66-F139-40DF-9ADC-29BE279EF21F}"/>
          </ac:spMkLst>
        </pc:spChg>
        <pc:spChg chg="add mod">
          <ac:chgData name="Abrantes, Jorel Austin (STUDENT)" userId="79a9870d-6483-4a74-aae8-646d14a2005a" providerId="ADAL" clId="{8E749178-96DE-4899-90D4-BAF15EDA3C9B}" dt="2026-03-16T18:50:15.863" v="827"/>
          <ac:spMkLst>
            <pc:docMk/>
            <pc:sldMk cId="1004203249" sldId="266"/>
            <ac:spMk id="15" creationId="{3684B095-5B38-4CD5-7D1D-E69162A67600}"/>
          </ac:spMkLst>
        </pc:spChg>
        <pc:spChg chg="add mod">
          <ac:chgData name="Abrantes, Jorel Austin (STUDENT)" userId="79a9870d-6483-4a74-aae8-646d14a2005a" providerId="ADAL" clId="{8E749178-96DE-4899-90D4-BAF15EDA3C9B}" dt="2026-03-16T18:50:15.863" v="827"/>
          <ac:spMkLst>
            <pc:docMk/>
            <pc:sldMk cId="1004203249" sldId="266"/>
            <ac:spMk id="18" creationId="{FECE1379-33F6-3B23-EC79-4BB347637856}"/>
          </ac:spMkLst>
        </pc:spChg>
        <pc:spChg chg="add mod">
          <ac:chgData name="Abrantes, Jorel Austin (STUDENT)" userId="79a9870d-6483-4a74-aae8-646d14a2005a" providerId="ADAL" clId="{8E749178-96DE-4899-90D4-BAF15EDA3C9B}" dt="2026-03-16T18:50:15.863" v="827"/>
          <ac:spMkLst>
            <pc:docMk/>
            <pc:sldMk cId="1004203249" sldId="266"/>
            <ac:spMk id="19" creationId="{7DD73A16-FDD9-9E67-D5F4-E2B1CEB44EDB}"/>
          </ac:spMkLst>
        </pc:spChg>
        <pc:spChg chg="add mod">
          <ac:chgData name="Abrantes, Jorel Austin (STUDENT)" userId="79a9870d-6483-4a74-aae8-646d14a2005a" providerId="ADAL" clId="{8E749178-96DE-4899-90D4-BAF15EDA3C9B}" dt="2026-03-16T18:51:08.847" v="833" actId="1076"/>
          <ac:spMkLst>
            <pc:docMk/>
            <pc:sldMk cId="1004203249" sldId="266"/>
            <ac:spMk id="21" creationId="{CE3A2567-AB67-775B-CAF6-FCBFC6C96EF8}"/>
          </ac:spMkLst>
        </pc:spChg>
        <pc:spChg chg="add mod">
          <ac:chgData name="Abrantes, Jorel Austin (STUDENT)" userId="79a9870d-6483-4a74-aae8-646d14a2005a" providerId="ADAL" clId="{8E749178-96DE-4899-90D4-BAF15EDA3C9B}" dt="2026-03-16T18:51:08.847" v="833" actId="1076"/>
          <ac:spMkLst>
            <pc:docMk/>
            <pc:sldMk cId="1004203249" sldId="266"/>
            <ac:spMk id="22" creationId="{0DA2CF87-678D-4B63-4BC6-08D5A9F03D41}"/>
          </ac:spMkLst>
        </pc:spChg>
        <pc:spChg chg="add mod">
          <ac:chgData name="Abrantes, Jorel Austin (STUDENT)" userId="79a9870d-6483-4a74-aae8-646d14a2005a" providerId="ADAL" clId="{8E749178-96DE-4899-90D4-BAF15EDA3C9B}" dt="2026-03-16T18:51:08.847" v="833" actId="1076"/>
          <ac:spMkLst>
            <pc:docMk/>
            <pc:sldMk cId="1004203249" sldId="266"/>
            <ac:spMk id="23" creationId="{1EEA8366-55EC-A984-5140-9621EACB333C}"/>
          </ac:spMkLst>
        </pc:spChg>
        <pc:spChg chg="add mod">
          <ac:chgData name="Abrantes, Jorel Austin (STUDENT)" userId="79a9870d-6483-4a74-aae8-646d14a2005a" providerId="ADAL" clId="{8E749178-96DE-4899-90D4-BAF15EDA3C9B}" dt="2026-03-16T18:51:08.847" v="833" actId="1076"/>
          <ac:spMkLst>
            <pc:docMk/>
            <pc:sldMk cId="1004203249" sldId="266"/>
            <ac:spMk id="24" creationId="{7A869934-FBB3-0A05-6B93-816642F3B330}"/>
          </ac:spMkLst>
        </pc:spChg>
        <pc:spChg chg="add mod">
          <ac:chgData name="Abrantes, Jorel Austin (STUDENT)" userId="79a9870d-6483-4a74-aae8-646d14a2005a" providerId="ADAL" clId="{8E749178-96DE-4899-90D4-BAF15EDA3C9B}" dt="2026-03-16T18:51:08.847" v="833" actId="1076"/>
          <ac:spMkLst>
            <pc:docMk/>
            <pc:sldMk cId="1004203249" sldId="266"/>
            <ac:spMk id="25" creationId="{BCB1CF85-48F1-6F0E-6BA4-117E12443F70}"/>
          </ac:spMkLst>
        </pc:spChg>
        <pc:spChg chg="add mod">
          <ac:chgData name="Abrantes, Jorel Austin (STUDENT)" userId="79a9870d-6483-4a74-aae8-646d14a2005a" providerId="ADAL" clId="{8E749178-96DE-4899-90D4-BAF15EDA3C9B}" dt="2026-03-16T18:51:08.847" v="833" actId="1076"/>
          <ac:spMkLst>
            <pc:docMk/>
            <pc:sldMk cId="1004203249" sldId="266"/>
            <ac:spMk id="27" creationId="{CB7B7FF9-6D86-069E-8077-17B79ED63972}"/>
          </ac:spMkLst>
        </pc:spChg>
        <pc:spChg chg="add mod">
          <ac:chgData name="Abrantes, Jorel Austin (STUDENT)" userId="79a9870d-6483-4a74-aae8-646d14a2005a" providerId="ADAL" clId="{8E749178-96DE-4899-90D4-BAF15EDA3C9B}" dt="2026-03-16T18:51:08.847" v="833" actId="1076"/>
          <ac:spMkLst>
            <pc:docMk/>
            <pc:sldMk cId="1004203249" sldId="266"/>
            <ac:spMk id="28" creationId="{ED4C8075-62C3-2445-F616-2CAC4530E1E5}"/>
          </ac:spMkLst>
        </pc:spChg>
        <pc:spChg chg="add mod">
          <ac:chgData name="Abrantes, Jorel Austin (STUDENT)" userId="79a9870d-6483-4a74-aae8-646d14a2005a" providerId="ADAL" clId="{8E749178-96DE-4899-90D4-BAF15EDA3C9B}" dt="2026-03-16T18:51:08.847" v="833" actId="1076"/>
          <ac:spMkLst>
            <pc:docMk/>
            <pc:sldMk cId="1004203249" sldId="266"/>
            <ac:spMk id="29" creationId="{EE82A529-E14B-7DCA-EFFB-0FAFF96E4DE8}"/>
          </ac:spMkLst>
        </pc:spChg>
        <pc:spChg chg="add mod">
          <ac:chgData name="Abrantes, Jorel Austin (STUDENT)" userId="79a9870d-6483-4a74-aae8-646d14a2005a" providerId="ADAL" clId="{8E749178-96DE-4899-90D4-BAF15EDA3C9B}" dt="2026-03-16T18:51:08.847" v="833" actId="1076"/>
          <ac:spMkLst>
            <pc:docMk/>
            <pc:sldMk cId="1004203249" sldId="266"/>
            <ac:spMk id="30" creationId="{7ABF09D4-02D6-41CD-0285-C142892398FE}"/>
          </ac:spMkLst>
        </pc:spChg>
        <pc:spChg chg="add mod">
          <ac:chgData name="Abrantes, Jorel Austin (STUDENT)" userId="79a9870d-6483-4a74-aae8-646d14a2005a" providerId="ADAL" clId="{8E749178-96DE-4899-90D4-BAF15EDA3C9B}" dt="2026-03-16T18:51:08.847" v="833" actId="1076"/>
          <ac:spMkLst>
            <pc:docMk/>
            <pc:sldMk cId="1004203249" sldId="266"/>
            <ac:spMk id="31" creationId="{831D002E-950C-6BE7-F8CF-148D4AAF5373}"/>
          </ac:spMkLst>
        </pc:spChg>
        <pc:spChg chg="add mod">
          <ac:chgData name="Abrantes, Jorel Austin (STUDENT)" userId="79a9870d-6483-4a74-aae8-646d14a2005a" providerId="ADAL" clId="{8E749178-96DE-4899-90D4-BAF15EDA3C9B}" dt="2026-03-16T18:53:12.382" v="840" actId="14100"/>
          <ac:spMkLst>
            <pc:docMk/>
            <pc:sldMk cId="1004203249" sldId="266"/>
            <ac:spMk id="33" creationId="{23351E63-C429-5367-49D9-6967DA0D9098}"/>
          </ac:spMkLst>
        </pc:spChg>
        <pc:spChg chg="add mod">
          <ac:chgData name="Abrantes, Jorel Austin (STUDENT)" userId="79a9870d-6483-4a74-aae8-646d14a2005a" providerId="ADAL" clId="{8E749178-96DE-4899-90D4-BAF15EDA3C9B}" dt="2026-03-16T18:53:12.382" v="840" actId="14100"/>
          <ac:spMkLst>
            <pc:docMk/>
            <pc:sldMk cId="1004203249" sldId="266"/>
            <ac:spMk id="35" creationId="{DB993A4E-C8E6-DC20-2A06-97C3A0474004}"/>
          </ac:spMkLst>
        </pc:spChg>
        <pc:spChg chg="add mod">
          <ac:chgData name="Abrantes, Jorel Austin (STUDENT)" userId="79a9870d-6483-4a74-aae8-646d14a2005a" providerId="ADAL" clId="{8E749178-96DE-4899-90D4-BAF15EDA3C9B}" dt="2026-03-16T18:53:12.382" v="840" actId="14100"/>
          <ac:spMkLst>
            <pc:docMk/>
            <pc:sldMk cId="1004203249" sldId="266"/>
            <ac:spMk id="36" creationId="{2A79A7A2-BFAE-C567-C8D9-2B1DFA9E5458}"/>
          </ac:spMkLst>
        </pc:spChg>
        <pc:spChg chg="add mod">
          <ac:chgData name="Abrantes, Jorel Austin (STUDENT)" userId="79a9870d-6483-4a74-aae8-646d14a2005a" providerId="ADAL" clId="{8E749178-96DE-4899-90D4-BAF15EDA3C9B}" dt="2026-03-16T18:53:12.382" v="840" actId="14100"/>
          <ac:spMkLst>
            <pc:docMk/>
            <pc:sldMk cId="1004203249" sldId="266"/>
            <ac:spMk id="37" creationId="{F0FAE4B2-7F29-1DB2-67EF-018102BBBF95}"/>
          </ac:spMkLst>
        </pc:spChg>
        <pc:spChg chg="add mod">
          <ac:chgData name="Abrantes, Jorel Austin (STUDENT)" userId="79a9870d-6483-4a74-aae8-646d14a2005a" providerId="ADAL" clId="{8E749178-96DE-4899-90D4-BAF15EDA3C9B}" dt="2026-03-16T18:53:12.382" v="840" actId="14100"/>
          <ac:spMkLst>
            <pc:docMk/>
            <pc:sldMk cId="1004203249" sldId="266"/>
            <ac:spMk id="38" creationId="{979342AD-6DC1-1DFD-17C7-C68F7B67CA2B}"/>
          </ac:spMkLst>
        </pc:spChg>
        <pc:spChg chg="add mod">
          <ac:chgData name="Abrantes, Jorel Austin (STUDENT)" userId="79a9870d-6483-4a74-aae8-646d14a2005a" providerId="ADAL" clId="{8E749178-96DE-4899-90D4-BAF15EDA3C9B}" dt="2026-03-16T18:53:12.382" v="840" actId="14100"/>
          <ac:spMkLst>
            <pc:docMk/>
            <pc:sldMk cId="1004203249" sldId="266"/>
            <ac:spMk id="40" creationId="{38176C50-DDCE-0A26-1B5C-C4DBC8962966}"/>
          </ac:spMkLst>
        </pc:spChg>
        <pc:spChg chg="add mod">
          <ac:chgData name="Abrantes, Jorel Austin (STUDENT)" userId="79a9870d-6483-4a74-aae8-646d14a2005a" providerId="ADAL" clId="{8E749178-96DE-4899-90D4-BAF15EDA3C9B}" dt="2026-03-16T18:53:12.382" v="840" actId="14100"/>
          <ac:spMkLst>
            <pc:docMk/>
            <pc:sldMk cId="1004203249" sldId="266"/>
            <ac:spMk id="41" creationId="{6E298340-8C20-55EC-55AE-9F451563075B}"/>
          </ac:spMkLst>
        </pc:spChg>
        <pc:spChg chg="add mod">
          <ac:chgData name="Abrantes, Jorel Austin (STUDENT)" userId="79a9870d-6483-4a74-aae8-646d14a2005a" providerId="ADAL" clId="{8E749178-96DE-4899-90D4-BAF15EDA3C9B}" dt="2026-03-16T18:53:12.382" v="840" actId="14100"/>
          <ac:spMkLst>
            <pc:docMk/>
            <pc:sldMk cId="1004203249" sldId="266"/>
            <ac:spMk id="42" creationId="{D604EA1F-2272-C6B3-5B63-97E0E682C65B}"/>
          </ac:spMkLst>
        </pc:spChg>
        <pc:spChg chg="add mod">
          <ac:chgData name="Abrantes, Jorel Austin (STUDENT)" userId="79a9870d-6483-4a74-aae8-646d14a2005a" providerId="ADAL" clId="{8E749178-96DE-4899-90D4-BAF15EDA3C9B}" dt="2026-03-16T18:53:12.382" v="840" actId="14100"/>
          <ac:spMkLst>
            <pc:docMk/>
            <pc:sldMk cId="1004203249" sldId="266"/>
            <ac:spMk id="43" creationId="{916354FE-2E68-63EC-184D-F148061C6C30}"/>
          </ac:spMkLst>
        </pc:spChg>
        <pc:spChg chg="add mod">
          <ac:chgData name="Abrantes, Jorel Austin (STUDENT)" userId="79a9870d-6483-4a74-aae8-646d14a2005a" providerId="ADAL" clId="{8E749178-96DE-4899-90D4-BAF15EDA3C9B}" dt="2026-03-16T18:53:12.382" v="840" actId="14100"/>
          <ac:spMkLst>
            <pc:docMk/>
            <pc:sldMk cId="1004203249" sldId="266"/>
            <ac:spMk id="44" creationId="{3B920FD6-6111-AFF8-B93A-8368354CC026}"/>
          </ac:spMkLst>
        </pc:spChg>
        <pc:spChg chg="add del mod">
          <ac:chgData name="Abrantes, Jorel Austin (STUDENT)" userId="79a9870d-6483-4a74-aae8-646d14a2005a" providerId="ADAL" clId="{8E749178-96DE-4899-90D4-BAF15EDA3C9B}" dt="2026-03-16T19:04:50.545" v="925" actId="14100"/>
          <ac:spMkLst>
            <pc:docMk/>
            <pc:sldMk cId="1004203249" sldId="266"/>
            <ac:spMk id="46" creationId="{74437036-B70B-D1C8-DEDD-D2BDA26F1ECE}"/>
          </ac:spMkLst>
        </pc:spChg>
        <pc:spChg chg="add del mod">
          <ac:chgData name="Abrantes, Jorel Austin (STUDENT)" userId="79a9870d-6483-4a74-aae8-646d14a2005a" providerId="ADAL" clId="{8E749178-96DE-4899-90D4-BAF15EDA3C9B}" dt="2026-03-16T18:55:32.221" v="849" actId="478"/>
          <ac:spMkLst>
            <pc:docMk/>
            <pc:sldMk cId="1004203249" sldId="266"/>
            <ac:spMk id="47" creationId="{33ABC7D3-D86B-DFEC-76C1-185E50F27150}"/>
          </ac:spMkLst>
        </pc:spChg>
        <pc:spChg chg="add del mod">
          <ac:chgData name="Abrantes, Jorel Austin (STUDENT)" userId="79a9870d-6483-4a74-aae8-646d14a2005a" providerId="ADAL" clId="{8E749178-96DE-4899-90D4-BAF15EDA3C9B}" dt="2026-03-16T18:55:52.127" v="854" actId="478"/>
          <ac:spMkLst>
            <pc:docMk/>
            <pc:sldMk cId="1004203249" sldId="266"/>
            <ac:spMk id="48" creationId="{35A0E938-C99F-DD50-5859-C9856C42BFB0}"/>
          </ac:spMkLst>
        </pc:spChg>
        <pc:spChg chg="add del mod">
          <ac:chgData name="Abrantes, Jorel Austin (STUDENT)" userId="79a9870d-6483-4a74-aae8-646d14a2005a" providerId="ADAL" clId="{8E749178-96DE-4899-90D4-BAF15EDA3C9B}" dt="2026-03-16T19:04:50.545" v="925" actId="14100"/>
          <ac:spMkLst>
            <pc:docMk/>
            <pc:sldMk cId="1004203249" sldId="266"/>
            <ac:spMk id="49" creationId="{A7EBD288-4A04-E931-44BE-93E69889A3C4}"/>
          </ac:spMkLst>
        </pc:spChg>
        <pc:spChg chg="add del mod">
          <ac:chgData name="Abrantes, Jorel Austin (STUDENT)" userId="79a9870d-6483-4a74-aae8-646d14a2005a" providerId="ADAL" clId="{8E749178-96DE-4899-90D4-BAF15EDA3C9B}" dt="2026-03-16T18:56:28.653" v="862" actId="478"/>
          <ac:spMkLst>
            <pc:docMk/>
            <pc:sldMk cId="1004203249" sldId="266"/>
            <ac:spMk id="50" creationId="{AB4CEFF6-B121-27E4-D818-FA5C1C85E2AF}"/>
          </ac:spMkLst>
        </pc:spChg>
        <pc:spChg chg="add del mod">
          <ac:chgData name="Abrantes, Jorel Austin (STUDENT)" userId="79a9870d-6483-4a74-aae8-646d14a2005a" providerId="ADAL" clId="{8E749178-96DE-4899-90D4-BAF15EDA3C9B}" dt="2026-03-16T18:56:43.665" v="871" actId="478"/>
          <ac:spMkLst>
            <pc:docMk/>
            <pc:sldMk cId="1004203249" sldId="266"/>
            <ac:spMk id="51" creationId="{9436AB12-D1A6-D7BE-34ED-A82CA514C0D3}"/>
          </ac:spMkLst>
        </pc:spChg>
        <pc:spChg chg="add del mod">
          <ac:chgData name="Abrantes, Jorel Austin (STUDENT)" userId="79a9870d-6483-4a74-aae8-646d14a2005a" providerId="ADAL" clId="{8E749178-96DE-4899-90D4-BAF15EDA3C9B}" dt="2026-03-16T18:56:45.048" v="872" actId="478"/>
          <ac:spMkLst>
            <pc:docMk/>
            <pc:sldMk cId="1004203249" sldId="266"/>
            <ac:spMk id="52" creationId="{14E09437-FA2C-1660-F7AE-18BFD2A9C873}"/>
          </ac:spMkLst>
        </pc:spChg>
        <pc:spChg chg="add del mod">
          <ac:chgData name="Abrantes, Jorel Austin (STUDENT)" userId="79a9870d-6483-4a74-aae8-646d14a2005a" providerId="ADAL" clId="{8E749178-96DE-4899-90D4-BAF15EDA3C9B}" dt="2026-03-16T18:57:28.103" v="887" actId="478"/>
          <ac:spMkLst>
            <pc:docMk/>
            <pc:sldMk cId="1004203249" sldId="266"/>
            <ac:spMk id="53" creationId="{D7092555-E94E-9B67-8C0A-1BC4C092CC01}"/>
          </ac:spMkLst>
        </pc:spChg>
        <pc:spChg chg="add del mod">
          <ac:chgData name="Abrantes, Jorel Austin (STUDENT)" userId="79a9870d-6483-4a74-aae8-646d14a2005a" providerId="ADAL" clId="{8E749178-96DE-4899-90D4-BAF15EDA3C9B}" dt="2026-03-16T18:57:26.703" v="886" actId="478"/>
          <ac:spMkLst>
            <pc:docMk/>
            <pc:sldMk cId="1004203249" sldId="266"/>
            <ac:spMk id="54" creationId="{33D04385-6A47-BB0C-D7FF-B1695A8B4D84}"/>
          </ac:spMkLst>
        </pc:spChg>
        <pc:spChg chg="add del mod">
          <ac:chgData name="Abrantes, Jorel Austin (STUDENT)" userId="79a9870d-6483-4a74-aae8-646d14a2005a" providerId="ADAL" clId="{8E749178-96DE-4899-90D4-BAF15EDA3C9B}" dt="2026-03-16T18:57:25.908" v="885" actId="478"/>
          <ac:spMkLst>
            <pc:docMk/>
            <pc:sldMk cId="1004203249" sldId="266"/>
            <ac:spMk id="55" creationId="{09BB6B4A-7C5A-D355-9B5B-F3C02C5C3327}"/>
          </ac:spMkLst>
        </pc:spChg>
        <pc:spChg chg="add mod">
          <ac:chgData name="Abrantes, Jorel Austin (STUDENT)" userId="79a9870d-6483-4a74-aae8-646d14a2005a" providerId="ADAL" clId="{8E749178-96DE-4899-90D4-BAF15EDA3C9B}" dt="2026-03-16T19:04:50.545" v="925" actId="14100"/>
          <ac:spMkLst>
            <pc:docMk/>
            <pc:sldMk cId="1004203249" sldId="266"/>
            <ac:spMk id="56" creationId="{8ED1ED55-00DD-F764-39C2-ACB5D3DF43BD}"/>
          </ac:spMkLst>
        </pc:spChg>
        <pc:spChg chg="add mod">
          <ac:chgData name="Abrantes, Jorel Austin (STUDENT)" userId="79a9870d-6483-4a74-aae8-646d14a2005a" providerId="ADAL" clId="{8E749178-96DE-4899-90D4-BAF15EDA3C9B}" dt="2026-03-16T19:04:50.545" v="925" actId="14100"/>
          <ac:spMkLst>
            <pc:docMk/>
            <pc:sldMk cId="1004203249" sldId="266"/>
            <ac:spMk id="57" creationId="{6DD1E630-C5E0-DDDE-FC0E-9FEDBA289542}"/>
          </ac:spMkLst>
        </pc:spChg>
        <pc:spChg chg="add mod">
          <ac:chgData name="Abrantes, Jorel Austin (STUDENT)" userId="79a9870d-6483-4a74-aae8-646d14a2005a" providerId="ADAL" clId="{8E749178-96DE-4899-90D4-BAF15EDA3C9B}" dt="2026-03-16T19:04:50.545" v="925" actId="14100"/>
          <ac:spMkLst>
            <pc:docMk/>
            <pc:sldMk cId="1004203249" sldId="266"/>
            <ac:spMk id="58" creationId="{A04253EA-4A97-5499-C4A4-1CCC53A6AD2B}"/>
          </ac:spMkLst>
        </pc:spChg>
        <pc:spChg chg="add mod">
          <ac:chgData name="Abrantes, Jorel Austin (STUDENT)" userId="79a9870d-6483-4a74-aae8-646d14a2005a" providerId="ADAL" clId="{8E749178-96DE-4899-90D4-BAF15EDA3C9B}" dt="2026-03-16T19:04:50.545" v="925" actId="14100"/>
          <ac:spMkLst>
            <pc:docMk/>
            <pc:sldMk cId="1004203249" sldId="266"/>
            <ac:spMk id="59" creationId="{C17A7673-36B9-77F5-57FF-6E6F21BF18C3}"/>
          </ac:spMkLst>
        </pc:spChg>
        <pc:spChg chg="add mod">
          <ac:chgData name="Abrantes, Jorel Austin (STUDENT)" userId="79a9870d-6483-4a74-aae8-646d14a2005a" providerId="ADAL" clId="{8E749178-96DE-4899-90D4-BAF15EDA3C9B}" dt="2026-03-16T19:10:35.315" v="1155" actId="207"/>
          <ac:spMkLst>
            <pc:docMk/>
            <pc:sldMk cId="1004203249" sldId="266"/>
            <ac:spMk id="60" creationId="{E94BEB5D-072D-0D11-5FD1-7374A7489922}"/>
          </ac:spMkLst>
        </pc:spChg>
        <pc:spChg chg="add mod">
          <ac:chgData name="Abrantes, Jorel Austin (STUDENT)" userId="79a9870d-6483-4a74-aae8-646d14a2005a" providerId="ADAL" clId="{8E749178-96DE-4899-90D4-BAF15EDA3C9B}" dt="2026-03-16T19:10:39.168" v="1156" actId="207"/>
          <ac:spMkLst>
            <pc:docMk/>
            <pc:sldMk cId="1004203249" sldId="266"/>
            <ac:spMk id="61" creationId="{976BB21F-5B62-D9C4-A28A-6E2B88DCF743}"/>
          </ac:spMkLst>
        </pc:spChg>
        <pc:spChg chg="add mod">
          <ac:chgData name="Abrantes, Jorel Austin (STUDENT)" userId="79a9870d-6483-4a74-aae8-646d14a2005a" providerId="ADAL" clId="{8E749178-96DE-4899-90D4-BAF15EDA3C9B}" dt="2026-03-16T19:10:28.399" v="1154" actId="207"/>
          <ac:spMkLst>
            <pc:docMk/>
            <pc:sldMk cId="1004203249" sldId="266"/>
            <ac:spMk id="62" creationId="{4099C800-221E-81FA-C0FA-BF4F27D50F15}"/>
          </ac:spMkLst>
        </pc:spChg>
        <pc:spChg chg="add mod">
          <ac:chgData name="Abrantes, Jorel Austin (STUDENT)" userId="79a9870d-6483-4a74-aae8-646d14a2005a" providerId="ADAL" clId="{8E749178-96DE-4899-90D4-BAF15EDA3C9B}" dt="2026-03-16T19:13:05.854" v="1257" actId="255"/>
          <ac:spMkLst>
            <pc:docMk/>
            <pc:sldMk cId="1004203249" sldId="266"/>
            <ac:spMk id="63" creationId="{ABE3AE30-36F0-E3CA-66AD-A107BCF5B5CF}"/>
          </ac:spMkLst>
        </pc:spChg>
        <pc:spChg chg="add mod">
          <ac:chgData name="Abrantes, Jorel Austin (STUDENT)" userId="79a9870d-6483-4a74-aae8-646d14a2005a" providerId="ADAL" clId="{8E749178-96DE-4899-90D4-BAF15EDA3C9B}" dt="2026-03-16T19:13:10.790" v="1259" actId="20577"/>
          <ac:spMkLst>
            <pc:docMk/>
            <pc:sldMk cId="1004203249" sldId="266"/>
            <ac:spMk id="64" creationId="{B16AFECA-ED22-3440-264F-2AFAC79C425D}"/>
          </ac:spMkLst>
        </pc:spChg>
      </pc:sldChg>
      <pc:sldChg chg="addSp delSp modSp mod">
        <pc:chgData name="Abrantes, Jorel Austin (STUDENT)" userId="79a9870d-6483-4a74-aae8-646d14a2005a" providerId="ADAL" clId="{8E749178-96DE-4899-90D4-BAF15EDA3C9B}" dt="2026-03-16T20:08:04.510" v="1964" actId="478"/>
        <pc:sldMkLst>
          <pc:docMk/>
          <pc:sldMk cId="207284322" sldId="267"/>
        </pc:sldMkLst>
        <pc:spChg chg="mod">
          <ac:chgData name="Abrantes, Jorel Austin (STUDENT)" userId="79a9870d-6483-4a74-aae8-646d14a2005a" providerId="ADAL" clId="{8E749178-96DE-4899-90D4-BAF15EDA3C9B}" dt="2026-03-16T19:22:01.009" v="1269" actId="20577"/>
          <ac:spMkLst>
            <pc:docMk/>
            <pc:sldMk cId="207284322" sldId="267"/>
            <ac:spMk id="2" creationId="{C7593A7C-815A-0116-7117-0E90C34AB929}"/>
          </ac:spMkLst>
        </pc:spChg>
        <pc:spChg chg="add del mod">
          <ac:chgData name="Abrantes, Jorel Austin (STUDENT)" userId="79a9870d-6483-4a74-aae8-646d14a2005a" providerId="ADAL" clId="{8E749178-96DE-4899-90D4-BAF15EDA3C9B}" dt="2026-03-16T19:22:08.324" v="1270" actId="478"/>
          <ac:spMkLst>
            <pc:docMk/>
            <pc:sldMk cId="207284322" sldId="267"/>
            <ac:spMk id="5" creationId="{3EFE042C-C996-01A9-69D8-ACEEC3266351}"/>
          </ac:spMkLst>
        </pc:spChg>
        <pc:spChg chg="del">
          <ac:chgData name="Abrantes, Jorel Austin (STUDENT)" userId="79a9870d-6483-4a74-aae8-646d14a2005a" providerId="ADAL" clId="{8E749178-96DE-4899-90D4-BAF15EDA3C9B}" dt="2026-03-16T19:21:52.987" v="1260" actId="478"/>
          <ac:spMkLst>
            <pc:docMk/>
            <pc:sldMk cId="207284322" sldId="267"/>
            <ac:spMk id="7" creationId="{B039C210-7E72-660E-EBA0-9AFD27F687BE}"/>
          </ac:spMkLst>
        </pc:spChg>
        <pc:spChg chg="add mod">
          <ac:chgData name="Abrantes, Jorel Austin (STUDENT)" userId="79a9870d-6483-4a74-aae8-646d14a2005a" providerId="ADAL" clId="{8E749178-96DE-4899-90D4-BAF15EDA3C9B}" dt="2026-03-16T19:39:57.868" v="1402" actId="14100"/>
          <ac:spMkLst>
            <pc:docMk/>
            <pc:sldMk cId="207284322" sldId="267"/>
            <ac:spMk id="13" creationId="{C03D274A-5B0C-FBB4-F324-3C7C160C90CE}"/>
          </ac:spMkLst>
        </pc:spChg>
        <pc:spChg chg="add mod">
          <ac:chgData name="Abrantes, Jorel Austin (STUDENT)" userId="79a9870d-6483-4a74-aae8-646d14a2005a" providerId="ADAL" clId="{8E749178-96DE-4899-90D4-BAF15EDA3C9B}" dt="2026-03-16T19:41:04.524" v="1414"/>
          <ac:spMkLst>
            <pc:docMk/>
            <pc:sldMk cId="207284322" sldId="267"/>
            <ac:spMk id="14" creationId="{CE81B8D9-7E7F-6721-1E71-E8065C06C12D}"/>
          </ac:spMkLst>
        </pc:spChg>
        <pc:picChg chg="add del mod">
          <ac:chgData name="Abrantes, Jorel Austin (STUDENT)" userId="79a9870d-6483-4a74-aae8-646d14a2005a" providerId="ADAL" clId="{8E749178-96DE-4899-90D4-BAF15EDA3C9B}" dt="2026-03-16T19:30:31.916" v="1281" actId="478"/>
          <ac:picMkLst>
            <pc:docMk/>
            <pc:sldMk cId="207284322" sldId="267"/>
            <ac:picMk id="8" creationId="{31DB1F01-5D81-E9FC-E2CF-4E97BAF37C3F}"/>
          </ac:picMkLst>
        </pc:picChg>
        <pc:picChg chg="add del mod">
          <ac:chgData name="Abrantes, Jorel Austin (STUDENT)" userId="79a9870d-6483-4a74-aae8-646d14a2005a" providerId="ADAL" clId="{8E749178-96DE-4899-90D4-BAF15EDA3C9B}" dt="2026-03-16T19:30:46.968" v="1284" actId="21"/>
          <ac:picMkLst>
            <pc:docMk/>
            <pc:sldMk cId="207284322" sldId="267"/>
            <ac:picMk id="10" creationId="{DE748AA3-8CA9-2112-0344-2FAC0EC82682}"/>
          </ac:picMkLst>
        </pc:picChg>
        <pc:picChg chg="add mod modCrop">
          <ac:chgData name="Abrantes, Jorel Austin (STUDENT)" userId="79a9870d-6483-4a74-aae8-646d14a2005a" providerId="ADAL" clId="{8E749178-96DE-4899-90D4-BAF15EDA3C9B}" dt="2026-03-16T19:35:53.517" v="1297" actId="1076"/>
          <ac:picMkLst>
            <pc:docMk/>
            <pc:sldMk cId="207284322" sldId="267"/>
            <ac:picMk id="12" creationId="{65CB77B0-40CC-D994-110F-0F10B188B1D9}"/>
          </ac:picMkLst>
        </pc:picChg>
        <pc:picChg chg="add del mod">
          <ac:chgData name="Abrantes, Jorel Austin (STUDENT)" userId="79a9870d-6483-4a74-aae8-646d14a2005a" providerId="ADAL" clId="{8E749178-96DE-4899-90D4-BAF15EDA3C9B}" dt="2026-03-16T20:08:04.510" v="1964" actId="478"/>
          <ac:picMkLst>
            <pc:docMk/>
            <pc:sldMk cId="207284322" sldId="267"/>
            <ac:picMk id="16" creationId="{AE53E07D-91DC-D7AD-E2EA-43637018C670}"/>
          </ac:picMkLst>
        </pc:picChg>
      </pc:sldChg>
      <pc:sldChg chg="addSp delSp modSp mod">
        <pc:chgData name="Abrantes, Jorel Austin (STUDENT)" userId="79a9870d-6483-4a74-aae8-646d14a2005a" providerId="ADAL" clId="{8E749178-96DE-4899-90D4-BAF15EDA3C9B}" dt="2026-03-16T21:51:42.174" v="2261" actId="20577"/>
        <pc:sldMkLst>
          <pc:docMk/>
          <pc:sldMk cId="2723784131" sldId="268"/>
        </pc:sldMkLst>
        <pc:spChg chg="mod">
          <ac:chgData name="Abrantes, Jorel Austin (STUDENT)" userId="79a9870d-6483-4a74-aae8-646d14a2005a" providerId="ADAL" clId="{8E749178-96DE-4899-90D4-BAF15EDA3C9B}" dt="2026-03-16T19:43:37.036" v="1421" actId="255"/>
          <ac:spMkLst>
            <pc:docMk/>
            <pc:sldMk cId="2723784131" sldId="268"/>
            <ac:spMk id="2" creationId="{3A78E05D-146D-F373-A9CA-DE9384475627}"/>
          </ac:spMkLst>
        </pc:spChg>
        <pc:spChg chg="add mod">
          <ac:chgData name="Abrantes, Jorel Austin (STUDENT)" userId="79a9870d-6483-4a74-aae8-646d14a2005a" providerId="ADAL" clId="{8E749178-96DE-4899-90D4-BAF15EDA3C9B}" dt="2026-03-16T20:02:40.196" v="1934" actId="115"/>
          <ac:spMkLst>
            <pc:docMk/>
            <pc:sldMk cId="2723784131" sldId="268"/>
            <ac:spMk id="6" creationId="{151708E0-FC08-A7C1-9E2B-ECCB758344E3}"/>
          </ac:spMkLst>
        </pc:spChg>
        <pc:spChg chg="del mod">
          <ac:chgData name="Abrantes, Jorel Austin (STUDENT)" userId="79a9870d-6483-4a74-aae8-646d14a2005a" providerId="ADAL" clId="{8E749178-96DE-4899-90D4-BAF15EDA3C9B}" dt="2026-03-16T19:47:24.084" v="1424" actId="3680"/>
          <ac:spMkLst>
            <pc:docMk/>
            <pc:sldMk cId="2723784131" sldId="268"/>
            <ac:spMk id="7" creationId="{A732049F-1206-8C22-F2E6-5C1860E90CE2}"/>
          </ac:spMkLst>
        </pc:spChg>
        <pc:spChg chg="add mod">
          <ac:chgData name="Abrantes, Jorel Austin (STUDENT)" userId="79a9870d-6483-4a74-aae8-646d14a2005a" providerId="ADAL" clId="{8E749178-96DE-4899-90D4-BAF15EDA3C9B}" dt="2026-03-16T20:03:07.759" v="1940" actId="1076"/>
          <ac:spMkLst>
            <pc:docMk/>
            <pc:sldMk cId="2723784131" sldId="268"/>
            <ac:spMk id="8" creationId="{B1B1FF77-7ACC-9154-3D03-39DFAA105A37}"/>
          </ac:spMkLst>
        </pc:spChg>
        <pc:spChg chg="add mod">
          <ac:chgData name="Abrantes, Jorel Austin (STUDENT)" userId="79a9870d-6483-4a74-aae8-646d14a2005a" providerId="ADAL" clId="{8E749178-96DE-4899-90D4-BAF15EDA3C9B}" dt="2026-03-16T19:53:04.116" v="1741"/>
          <ac:spMkLst>
            <pc:docMk/>
            <pc:sldMk cId="2723784131" sldId="268"/>
            <ac:spMk id="9" creationId="{EB21475B-87FB-F0E0-E618-AD75635C1063}"/>
          </ac:spMkLst>
        </pc:spChg>
        <pc:spChg chg="add mod">
          <ac:chgData name="Abrantes, Jorel Austin (STUDENT)" userId="79a9870d-6483-4a74-aae8-646d14a2005a" providerId="ADAL" clId="{8E749178-96DE-4899-90D4-BAF15EDA3C9B}" dt="2026-03-16T19:53:04.116" v="1741"/>
          <ac:spMkLst>
            <pc:docMk/>
            <pc:sldMk cId="2723784131" sldId="268"/>
            <ac:spMk id="10" creationId="{4EDB95CC-9BE7-2434-1473-420086771D20}"/>
          </ac:spMkLst>
        </pc:spChg>
        <pc:spChg chg="add mod">
          <ac:chgData name="Abrantes, Jorel Austin (STUDENT)" userId="79a9870d-6483-4a74-aae8-646d14a2005a" providerId="ADAL" clId="{8E749178-96DE-4899-90D4-BAF15EDA3C9B}" dt="2026-03-16T19:53:04.116" v="1741"/>
          <ac:spMkLst>
            <pc:docMk/>
            <pc:sldMk cId="2723784131" sldId="268"/>
            <ac:spMk id="11" creationId="{27230A35-5649-3592-828F-881034823977}"/>
          </ac:spMkLst>
        </pc:spChg>
        <pc:spChg chg="add mod">
          <ac:chgData name="Abrantes, Jorel Austin (STUDENT)" userId="79a9870d-6483-4a74-aae8-646d14a2005a" providerId="ADAL" clId="{8E749178-96DE-4899-90D4-BAF15EDA3C9B}" dt="2026-03-16T20:02:13.755" v="1929" actId="208"/>
          <ac:spMkLst>
            <pc:docMk/>
            <pc:sldMk cId="2723784131" sldId="268"/>
            <ac:spMk id="12" creationId="{BA3F5BA0-E665-E0DF-2CB0-0500FB3167DB}"/>
          </ac:spMkLst>
        </pc:spChg>
        <pc:spChg chg="add mod">
          <ac:chgData name="Abrantes, Jorel Austin (STUDENT)" userId="79a9870d-6483-4a74-aae8-646d14a2005a" providerId="ADAL" clId="{8E749178-96DE-4899-90D4-BAF15EDA3C9B}" dt="2026-03-16T20:03:02.502" v="1939" actId="1076"/>
          <ac:spMkLst>
            <pc:docMk/>
            <pc:sldMk cId="2723784131" sldId="268"/>
            <ac:spMk id="13" creationId="{07981098-2514-B768-AD65-535AA0E6AC26}"/>
          </ac:spMkLst>
        </pc:spChg>
        <pc:spChg chg="add mod">
          <ac:chgData name="Abrantes, Jorel Austin (STUDENT)" userId="79a9870d-6483-4a74-aae8-646d14a2005a" providerId="ADAL" clId="{8E749178-96DE-4899-90D4-BAF15EDA3C9B}" dt="2026-03-16T20:03:07.759" v="1940" actId="1076"/>
          <ac:spMkLst>
            <pc:docMk/>
            <pc:sldMk cId="2723784131" sldId="268"/>
            <ac:spMk id="14" creationId="{DA41B80F-CE23-92D3-5683-30057F24241D}"/>
          </ac:spMkLst>
        </pc:spChg>
        <pc:spChg chg="add del mod">
          <ac:chgData name="Abrantes, Jorel Austin (STUDENT)" userId="79a9870d-6483-4a74-aae8-646d14a2005a" providerId="ADAL" clId="{8E749178-96DE-4899-90D4-BAF15EDA3C9B}" dt="2026-03-16T19:56:44.963" v="1783" actId="478"/>
          <ac:spMkLst>
            <pc:docMk/>
            <pc:sldMk cId="2723784131" sldId="268"/>
            <ac:spMk id="15" creationId="{5F275FC3-FE04-AED0-A6F9-A70BA9649864}"/>
          </ac:spMkLst>
        </pc:spChg>
        <pc:spChg chg="add del mod">
          <ac:chgData name="Abrantes, Jorel Austin (STUDENT)" userId="79a9870d-6483-4a74-aae8-646d14a2005a" providerId="ADAL" clId="{8E749178-96DE-4899-90D4-BAF15EDA3C9B}" dt="2026-03-16T19:56:34.396" v="1776" actId="478"/>
          <ac:spMkLst>
            <pc:docMk/>
            <pc:sldMk cId="2723784131" sldId="268"/>
            <ac:spMk id="16" creationId="{BBCDB754-2D8F-9BE8-00A5-5CA3EE4695AB}"/>
          </ac:spMkLst>
        </pc:spChg>
        <pc:spChg chg="add del mod">
          <ac:chgData name="Abrantes, Jorel Austin (STUDENT)" userId="79a9870d-6483-4a74-aae8-646d14a2005a" providerId="ADAL" clId="{8E749178-96DE-4899-90D4-BAF15EDA3C9B}" dt="2026-03-16T19:56:34.396" v="1776" actId="478"/>
          <ac:spMkLst>
            <pc:docMk/>
            <pc:sldMk cId="2723784131" sldId="268"/>
            <ac:spMk id="17" creationId="{19BC8CDE-C65A-D7C4-B0B8-C84FC705FB25}"/>
          </ac:spMkLst>
        </pc:spChg>
        <pc:spChg chg="add del mod">
          <ac:chgData name="Abrantes, Jorel Austin (STUDENT)" userId="79a9870d-6483-4a74-aae8-646d14a2005a" providerId="ADAL" clId="{8E749178-96DE-4899-90D4-BAF15EDA3C9B}" dt="2026-03-16T19:56:45.713" v="1784" actId="478"/>
          <ac:spMkLst>
            <pc:docMk/>
            <pc:sldMk cId="2723784131" sldId="268"/>
            <ac:spMk id="18" creationId="{FB95BC96-35FF-CAAB-23C8-8F90D726924C}"/>
          </ac:spMkLst>
        </pc:spChg>
        <pc:spChg chg="add del mod">
          <ac:chgData name="Abrantes, Jorel Austin (STUDENT)" userId="79a9870d-6483-4a74-aae8-646d14a2005a" providerId="ADAL" clId="{8E749178-96DE-4899-90D4-BAF15EDA3C9B}" dt="2026-03-16T19:56:34.396" v="1776" actId="478"/>
          <ac:spMkLst>
            <pc:docMk/>
            <pc:sldMk cId="2723784131" sldId="268"/>
            <ac:spMk id="19" creationId="{0B4F1F7A-8832-E325-6FA0-AAF1638ED8D9}"/>
          </ac:spMkLst>
        </pc:spChg>
        <pc:spChg chg="add del mod">
          <ac:chgData name="Abrantes, Jorel Austin (STUDENT)" userId="79a9870d-6483-4a74-aae8-646d14a2005a" providerId="ADAL" clId="{8E749178-96DE-4899-90D4-BAF15EDA3C9B}" dt="2026-03-16T19:56:34.396" v="1776" actId="478"/>
          <ac:spMkLst>
            <pc:docMk/>
            <pc:sldMk cId="2723784131" sldId="268"/>
            <ac:spMk id="20" creationId="{F9918B1A-CF67-D1A4-DC70-E250BEB82CB6}"/>
          </ac:spMkLst>
        </pc:spChg>
        <pc:spChg chg="add del mod">
          <ac:chgData name="Abrantes, Jorel Austin (STUDENT)" userId="79a9870d-6483-4a74-aae8-646d14a2005a" providerId="ADAL" clId="{8E749178-96DE-4899-90D4-BAF15EDA3C9B}" dt="2026-03-16T19:56:38.046" v="1779" actId="478"/>
          <ac:spMkLst>
            <pc:docMk/>
            <pc:sldMk cId="2723784131" sldId="268"/>
            <ac:spMk id="21" creationId="{147AB6CE-EAA5-A8EA-7BAD-800F91B91C97}"/>
          </ac:spMkLst>
        </pc:spChg>
        <pc:spChg chg="add del mod">
          <ac:chgData name="Abrantes, Jorel Austin (STUDENT)" userId="79a9870d-6483-4a74-aae8-646d14a2005a" providerId="ADAL" clId="{8E749178-96DE-4899-90D4-BAF15EDA3C9B}" dt="2026-03-16T19:56:39.118" v="1780" actId="478"/>
          <ac:spMkLst>
            <pc:docMk/>
            <pc:sldMk cId="2723784131" sldId="268"/>
            <ac:spMk id="22" creationId="{4A950BDA-E08E-C6C3-E0C8-0C52A1ACF51A}"/>
          </ac:spMkLst>
        </pc:spChg>
        <pc:spChg chg="add del mod">
          <ac:chgData name="Abrantes, Jorel Austin (STUDENT)" userId="79a9870d-6483-4a74-aae8-646d14a2005a" providerId="ADAL" clId="{8E749178-96DE-4899-90D4-BAF15EDA3C9B}" dt="2026-03-16T19:56:43.640" v="1782" actId="478"/>
          <ac:spMkLst>
            <pc:docMk/>
            <pc:sldMk cId="2723784131" sldId="268"/>
            <ac:spMk id="23" creationId="{08C57F4D-2EAF-45E2-4257-9127F3E88C50}"/>
          </ac:spMkLst>
        </pc:spChg>
        <pc:spChg chg="add mod">
          <ac:chgData name="Abrantes, Jorel Austin (STUDENT)" userId="79a9870d-6483-4a74-aae8-646d14a2005a" providerId="ADAL" clId="{8E749178-96DE-4899-90D4-BAF15EDA3C9B}" dt="2026-03-16T20:03:07.759" v="1940" actId="1076"/>
          <ac:spMkLst>
            <pc:docMk/>
            <pc:sldMk cId="2723784131" sldId="268"/>
            <ac:spMk id="24" creationId="{F2970FD9-58BE-4847-4683-8FEB4918DB36}"/>
          </ac:spMkLst>
        </pc:spChg>
        <pc:spChg chg="add mod">
          <ac:chgData name="Abrantes, Jorel Austin (STUDENT)" userId="79a9870d-6483-4a74-aae8-646d14a2005a" providerId="ADAL" clId="{8E749178-96DE-4899-90D4-BAF15EDA3C9B}" dt="2026-03-16T20:03:07.759" v="1940" actId="1076"/>
          <ac:spMkLst>
            <pc:docMk/>
            <pc:sldMk cId="2723784131" sldId="268"/>
            <ac:spMk id="25" creationId="{BEB1F5B7-6C6C-AD37-4611-98553A31CD9A}"/>
          </ac:spMkLst>
        </pc:spChg>
        <pc:spChg chg="add mod">
          <ac:chgData name="Abrantes, Jorel Austin (STUDENT)" userId="79a9870d-6483-4a74-aae8-646d14a2005a" providerId="ADAL" clId="{8E749178-96DE-4899-90D4-BAF15EDA3C9B}" dt="2026-03-16T21:51:38.546" v="2257" actId="20577"/>
          <ac:spMkLst>
            <pc:docMk/>
            <pc:sldMk cId="2723784131" sldId="268"/>
            <ac:spMk id="26" creationId="{A29559B8-61C2-1111-EDFA-464CFD389364}"/>
          </ac:spMkLst>
        </pc:spChg>
        <pc:spChg chg="add mod">
          <ac:chgData name="Abrantes, Jorel Austin (STUDENT)" userId="79a9870d-6483-4a74-aae8-646d14a2005a" providerId="ADAL" clId="{8E749178-96DE-4899-90D4-BAF15EDA3C9B}" dt="2026-03-16T20:03:07.759" v="1940" actId="1076"/>
          <ac:spMkLst>
            <pc:docMk/>
            <pc:sldMk cId="2723784131" sldId="268"/>
            <ac:spMk id="27" creationId="{71D98B3F-9763-A73B-22EE-DB6EE6D35D33}"/>
          </ac:spMkLst>
        </pc:spChg>
        <pc:spChg chg="add mod">
          <ac:chgData name="Abrantes, Jorel Austin (STUDENT)" userId="79a9870d-6483-4a74-aae8-646d14a2005a" providerId="ADAL" clId="{8E749178-96DE-4899-90D4-BAF15EDA3C9B}" dt="2026-03-16T19:57:59.915" v="1827" actId="20577"/>
          <ac:spMkLst>
            <pc:docMk/>
            <pc:sldMk cId="2723784131" sldId="268"/>
            <ac:spMk id="28" creationId="{4AFE9943-F658-9BA2-841D-E871DC7A5B63}"/>
          </ac:spMkLst>
        </pc:spChg>
        <pc:spChg chg="add mod">
          <ac:chgData name="Abrantes, Jorel Austin (STUDENT)" userId="79a9870d-6483-4a74-aae8-646d14a2005a" providerId="ADAL" clId="{8E749178-96DE-4899-90D4-BAF15EDA3C9B}" dt="2026-03-16T21:51:42.174" v="2261" actId="20577"/>
          <ac:spMkLst>
            <pc:docMk/>
            <pc:sldMk cId="2723784131" sldId="268"/>
            <ac:spMk id="29" creationId="{69C8B8D1-5542-D781-2B8C-95E24C55EF0A}"/>
          </ac:spMkLst>
        </pc:spChg>
        <pc:spChg chg="add mod">
          <ac:chgData name="Abrantes, Jorel Austin (STUDENT)" userId="79a9870d-6483-4a74-aae8-646d14a2005a" providerId="ADAL" clId="{8E749178-96DE-4899-90D4-BAF15EDA3C9B}" dt="2026-03-16T20:03:07.759" v="1940" actId="1076"/>
          <ac:spMkLst>
            <pc:docMk/>
            <pc:sldMk cId="2723784131" sldId="268"/>
            <ac:spMk id="30" creationId="{8783AB0F-601A-9B89-C470-B706E171663D}"/>
          </ac:spMkLst>
        </pc:spChg>
        <pc:spChg chg="add mod">
          <ac:chgData name="Abrantes, Jorel Austin (STUDENT)" userId="79a9870d-6483-4a74-aae8-646d14a2005a" providerId="ADAL" clId="{8E749178-96DE-4899-90D4-BAF15EDA3C9B}" dt="2026-03-16T20:03:07.759" v="1940" actId="1076"/>
          <ac:spMkLst>
            <pc:docMk/>
            <pc:sldMk cId="2723784131" sldId="268"/>
            <ac:spMk id="31" creationId="{7E3049C3-43FD-0614-9B34-28E924E8BEDF}"/>
          </ac:spMkLst>
        </pc:spChg>
        <pc:spChg chg="add mod">
          <ac:chgData name="Abrantes, Jorel Austin (STUDENT)" userId="79a9870d-6483-4a74-aae8-646d14a2005a" providerId="ADAL" clId="{8E749178-96DE-4899-90D4-BAF15EDA3C9B}" dt="2026-03-16T20:03:07.759" v="1940" actId="1076"/>
          <ac:spMkLst>
            <pc:docMk/>
            <pc:sldMk cId="2723784131" sldId="268"/>
            <ac:spMk id="32" creationId="{BD1BEADA-C5A1-B889-3233-AE4932E48598}"/>
          </ac:spMkLst>
        </pc:spChg>
        <pc:graphicFrameChg chg="add mod ord modGraphic">
          <ac:chgData name="Abrantes, Jorel Austin (STUDENT)" userId="79a9870d-6483-4a74-aae8-646d14a2005a" providerId="ADAL" clId="{8E749178-96DE-4899-90D4-BAF15EDA3C9B}" dt="2026-03-16T20:02:00.297" v="1928" actId="207"/>
          <ac:graphicFrameMkLst>
            <pc:docMk/>
            <pc:sldMk cId="2723784131" sldId="268"/>
            <ac:graphicFrameMk id="3" creationId="{366A34CD-62D3-DA34-FD5A-B267C7E935FF}"/>
          </ac:graphicFrameMkLst>
        </pc:graphicFrameChg>
        <pc:graphicFrameChg chg="add mod modGraphic">
          <ac:chgData name="Abrantes, Jorel Austin (STUDENT)" userId="79a9870d-6483-4a74-aae8-646d14a2005a" providerId="ADAL" clId="{8E749178-96DE-4899-90D4-BAF15EDA3C9B}" dt="2026-03-16T20:02:30.571" v="1931" actId="207"/>
          <ac:graphicFrameMkLst>
            <pc:docMk/>
            <pc:sldMk cId="2723784131" sldId="268"/>
            <ac:graphicFrameMk id="5" creationId="{04CF2535-BF1E-7421-0507-E04446EA5E99}"/>
          </ac:graphicFrameMkLst>
        </pc:graphicFrameChg>
      </pc:sldChg>
      <pc:sldChg chg="addSp delSp modSp mod">
        <pc:chgData name="Abrantes, Jorel Austin (STUDENT)" userId="79a9870d-6483-4a74-aae8-646d14a2005a" providerId="ADAL" clId="{8E749178-96DE-4899-90D4-BAF15EDA3C9B}" dt="2026-03-16T21:48:45.462" v="2255" actId="20577"/>
        <pc:sldMkLst>
          <pc:docMk/>
          <pc:sldMk cId="3054632659" sldId="269"/>
        </pc:sldMkLst>
        <pc:spChg chg="mod">
          <ac:chgData name="Abrantes, Jorel Austin (STUDENT)" userId="79a9870d-6483-4a74-aae8-646d14a2005a" providerId="ADAL" clId="{8E749178-96DE-4899-90D4-BAF15EDA3C9B}" dt="2026-03-16T20:04:05.477" v="1946" actId="207"/>
          <ac:spMkLst>
            <pc:docMk/>
            <pc:sldMk cId="3054632659" sldId="269"/>
            <ac:spMk id="2" creationId="{D6530A68-2677-D166-8435-198BDC3D7DCF}"/>
          </ac:spMkLst>
        </pc:spChg>
        <pc:spChg chg="add del mod">
          <ac:chgData name="Abrantes, Jorel Austin (STUDENT)" userId="79a9870d-6483-4a74-aae8-646d14a2005a" providerId="ADAL" clId="{8E749178-96DE-4899-90D4-BAF15EDA3C9B}" dt="2026-03-16T21:39:31.345" v="2086" actId="478"/>
          <ac:spMkLst>
            <pc:docMk/>
            <pc:sldMk cId="3054632659" sldId="269"/>
            <ac:spMk id="3" creationId="{6AEF863C-98DB-755A-7978-A6A0CB75B8E2}"/>
          </ac:spMkLst>
        </pc:spChg>
        <pc:spChg chg="add del mod">
          <ac:chgData name="Abrantes, Jorel Austin (STUDENT)" userId="79a9870d-6483-4a74-aae8-646d14a2005a" providerId="ADAL" clId="{8E749178-96DE-4899-90D4-BAF15EDA3C9B}" dt="2026-03-16T21:39:28.063" v="2084" actId="478"/>
          <ac:spMkLst>
            <pc:docMk/>
            <pc:sldMk cId="3054632659" sldId="269"/>
            <ac:spMk id="6" creationId="{8B323B33-A123-6DE1-1544-A2A4FB469DBE}"/>
          </ac:spMkLst>
        </pc:spChg>
        <pc:spChg chg="del mod">
          <ac:chgData name="Abrantes, Jorel Austin (STUDENT)" userId="79a9870d-6483-4a74-aae8-646d14a2005a" providerId="ADAL" clId="{8E749178-96DE-4899-90D4-BAF15EDA3C9B}" dt="2026-03-16T21:39:17.030" v="2083" actId="478"/>
          <ac:spMkLst>
            <pc:docMk/>
            <pc:sldMk cId="3054632659" sldId="269"/>
            <ac:spMk id="7" creationId="{B5309292-B86E-5CFE-41E0-DF1234216ABE}"/>
          </ac:spMkLst>
        </pc:spChg>
        <pc:spChg chg="add mod">
          <ac:chgData name="Abrantes, Jorel Austin (STUDENT)" userId="79a9870d-6483-4a74-aae8-646d14a2005a" providerId="ADAL" clId="{8E749178-96DE-4899-90D4-BAF15EDA3C9B}" dt="2026-03-16T21:48:33.490" v="2250" actId="207"/>
          <ac:spMkLst>
            <pc:docMk/>
            <pc:sldMk cId="3054632659" sldId="269"/>
            <ac:spMk id="8" creationId="{97B11BC3-DE83-05F1-51C0-821BC7D927E6}"/>
          </ac:spMkLst>
        </pc:spChg>
        <pc:spChg chg="add mod">
          <ac:chgData name="Abrantes, Jorel Austin (STUDENT)" userId="79a9870d-6483-4a74-aae8-646d14a2005a" providerId="ADAL" clId="{8E749178-96DE-4899-90D4-BAF15EDA3C9B}" dt="2026-03-16T21:48:06.545" v="2248" actId="207"/>
          <ac:spMkLst>
            <pc:docMk/>
            <pc:sldMk cId="3054632659" sldId="269"/>
            <ac:spMk id="9" creationId="{EEE51500-BB84-6D4F-5A86-F52F874A0790}"/>
          </ac:spMkLst>
        </pc:spChg>
        <pc:spChg chg="add mod">
          <ac:chgData name="Abrantes, Jorel Austin (STUDENT)" userId="79a9870d-6483-4a74-aae8-646d14a2005a" providerId="ADAL" clId="{8E749178-96DE-4899-90D4-BAF15EDA3C9B}" dt="2026-03-16T21:47:28.501" v="2245" actId="20577"/>
          <ac:spMkLst>
            <pc:docMk/>
            <pc:sldMk cId="3054632659" sldId="269"/>
            <ac:spMk id="10" creationId="{2CC59971-5E2A-7C5B-E996-B200029C42A5}"/>
          </ac:spMkLst>
        </pc:spChg>
        <pc:spChg chg="add mod">
          <ac:chgData name="Abrantes, Jorel Austin (STUDENT)" userId="79a9870d-6483-4a74-aae8-646d14a2005a" providerId="ADAL" clId="{8E749178-96DE-4899-90D4-BAF15EDA3C9B}" dt="2026-03-16T21:48:45.462" v="2255" actId="20577"/>
          <ac:spMkLst>
            <pc:docMk/>
            <pc:sldMk cId="3054632659" sldId="269"/>
            <ac:spMk id="11" creationId="{8A2C7CC7-9B38-0367-06A5-23C4F4093785}"/>
          </ac:spMkLst>
        </pc:spChg>
        <pc:spChg chg="add mod">
          <ac:chgData name="Abrantes, Jorel Austin (STUDENT)" userId="79a9870d-6483-4a74-aae8-646d14a2005a" providerId="ADAL" clId="{8E749178-96DE-4899-90D4-BAF15EDA3C9B}" dt="2026-03-16T21:45:39.677" v="2194" actId="255"/>
          <ac:spMkLst>
            <pc:docMk/>
            <pc:sldMk cId="3054632659" sldId="269"/>
            <ac:spMk id="17" creationId="{DE5B9A41-2A30-63EB-587C-944172160010}"/>
          </ac:spMkLst>
        </pc:spChg>
        <pc:spChg chg="add mod">
          <ac:chgData name="Abrantes, Jorel Austin (STUDENT)" userId="79a9870d-6483-4a74-aae8-646d14a2005a" providerId="ADAL" clId="{8E749178-96DE-4899-90D4-BAF15EDA3C9B}" dt="2026-03-16T21:47:10.518" v="2240" actId="1076"/>
          <ac:spMkLst>
            <pc:docMk/>
            <pc:sldMk cId="3054632659" sldId="269"/>
            <ac:spMk id="19" creationId="{657BC081-028C-38C5-A7CA-FE1090EF063A}"/>
          </ac:spMkLst>
        </pc:spChg>
        <pc:picChg chg="add mod">
          <ac:chgData name="Abrantes, Jorel Austin (STUDENT)" userId="79a9870d-6483-4a74-aae8-646d14a2005a" providerId="ADAL" clId="{8E749178-96DE-4899-90D4-BAF15EDA3C9B}" dt="2026-03-16T21:45:45.254" v="2195" actId="1076"/>
          <ac:picMkLst>
            <pc:docMk/>
            <pc:sldMk cId="3054632659" sldId="269"/>
            <ac:picMk id="13" creationId="{FB1BA85D-0178-ABAF-0B19-869967112495}"/>
          </ac:picMkLst>
        </pc:picChg>
        <pc:picChg chg="add mod">
          <ac:chgData name="Abrantes, Jorel Austin (STUDENT)" userId="79a9870d-6483-4a74-aae8-646d14a2005a" providerId="ADAL" clId="{8E749178-96DE-4899-90D4-BAF15EDA3C9B}" dt="2026-03-16T21:47:16.235" v="2241" actId="1076"/>
          <ac:picMkLst>
            <pc:docMk/>
            <pc:sldMk cId="3054632659" sldId="269"/>
            <ac:picMk id="15" creationId="{5B894C10-10CA-F2E8-2F78-8C272F9E5CD8}"/>
          </ac:picMkLst>
        </pc:picChg>
      </pc:sldChg>
      <pc:sldChg chg="addSp delSp modSp new mod ord setBg">
        <pc:chgData name="Abrantes, Jorel Austin (STUDENT)" userId="79a9870d-6483-4a74-aae8-646d14a2005a" providerId="ADAL" clId="{8E749178-96DE-4899-90D4-BAF15EDA3C9B}" dt="2026-03-16T20:20:30.260" v="2006"/>
        <pc:sldMkLst>
          <pc:docMk/>
          <pc:sldMk cId="1216875704" sldId="270"/>
        </pc:sldMkLst>
        <pc:spChg chg="del">
          <ac:chgData name="Abrantes, Jorel Austin (STUDENT)" userId="79a9870d-6483-4a74-aae8-646d14a2005a" providerId="ADAL" clId="{8E749178-96DE-4899-90D4-BAF15EDA3C9B}" dt="2026-03-16T20:08:14.821" v="1966" actId="478"/>
          <ac:spMkLst>
            <pc:docMk/>
            <pc:sldMk cId="1216875704" sldId="270"/>
            <ac:spMk id="2" creationId="{48B9FDF0-27DD-4147-7138-D56C95DAA0D6}"/>
          </ac:spMkLst>
        </pc:spChg>
        <pc:spChg chg="del">
          <ac:chgData name="Abrantes, Jorel Austin (STUDENT)" userId="79a9870d-6483-4a74-aae8-646d14a2005a" providerId="ADAL" clId="{8E749178-96DE-4899-90D4-BAF15EDA3C9B}" dt="2026-03-16T20:08:17.181" v="1967" actId="478"/>
          <ac:spMkLst>
            <pc:docMk/>
            <pc:sldMk cId="1216875704" sldId="270"/>
            <ac:spMk id="3" creationId="{B08F1811-6836-BF95-E8C8-264A048FB3B7}"/>
          </ac:spMkLst>
        </pc:spChg>
        <pc:picChg chg="add mod">
          <ac:chgData name="Abrantes, Jorel Austin (STUDENT)" userId="79a9870d-6483-4a74-aae8-646d14a2005a" providerId="ADAL" clId="{8E749178-96DE-4899-90D4-BAF15EDA3C9B}" dt="2026-03-16T20:09:19.951" v="1977" actId="1076"/>
          <ac:picMkLst>
            <pc:docMk/>
            <pc:sldMk cId="1216875704" sldId="270"/>
            <ac:picMk id="6" creationId="{9AB35BAB-2D9A-C727-7FBA-33F24CD57A30}"/>
          </ac:picMkLst>
        </pc:picChg>
      </pc:sldChg>
      <pc:sldChg chg="addSp delSp modSp add del mod ord">
        <pc:chgData name="Abrantes, Jorel Austin (STUDENT)" userId="79a9870d-6483-4a74-aae8-646d14a2005a" providerId="ADAL" clId="{8E749178-96DE-4899-90D4-BAF15EDA3C9B}" dt="2026-03-16T20:07:41.927" v="1962" actId="47"/>
        <pc:sldMkLst>
          <pc:docMk/>
          <pc:sldMk cId="2112590132" sldId="270"/>
        </pc:sldMkLst>
        <pc:spChg chg="mod">
          <ac:chgData name="Abrantes, Jorel Austin (STUDENT)" userId="79a9870d-6483-4a74-aae8-646d14a2005a" providerId="ADAL" clId="{8E749178-96DE-4899-90D4-BAF15EDA3C9B}" dt="2026-03-16T20:06:45.462" v="1956" actId="20577"/>
          <ac:spMkLst>
            <pc:docMk/>
            <pc:sldMk cId="2112590132" sldId="270"/>
            <ac:spMk id="2" creationId="{1D7B53EA-EAF9-2A32-AD15-E7288C4DD3B5}"/>
          </ac:spMkLst>
        </pc:spChg>
        <pc:spChg chg="add del mod">
          <ac:chgData name="Abrantes, Jorel Austin (STUDENT)" userId="79a9870d-6483-4a74-aae8-646d14a2005a" providerId="ADAL" clId="{8E749178-96DE-4899-90D4-BAF15EDA3C9B}" dt="2026-03-16T20:07:04.052" v="1958" actId="931"/>
          <ac:spMkLst>
            <pc:docMk/>
            <pc:sldMk cId="2112590132" sldId="270"/>
            <ac:spMk id="5" creationId="{4BE28C58-2887-DA6E-02FB-44ACCC863FAD}"/>
          </ac:spMkLst>
        </pc:spChg>
        <pc:spChg chg="del">
          <ac:chgData name="Abrantes, Jorel Austin (STUDENT)" userId="79a9870d-6483-4a74-aae8-646d14a2005a" providerId="ADAL" clId="{8E749178-96DE-4899-90D4-BAF15EDA3C9B}" dt="2026-03-16T20:06:48.775" v="1957" actId="478"/>
          <ac:spMkLst>
            <pc:docMk/>
            <pc:sldMk cId="2112590132" sldId="270"/>
            <ac:spMk id="7" creationId="{D87B155D-8A87-9028-2442-C906937BC5C2}"/>
          </ac:spMkLst>
        </pc:spChg>
        <pc:spChg chg="add mod">
          <ac:chgData name="Abrantes, Jorel Austin (STUDENT)" userId="79a9870d-6483-4a74-aae8-646d14a2005a" providerId="ADAL" clId="{8E749178-96DE-4899-90D4-BAF15EDA3C9B}" dt="2026-03-16T20:07:31.150" v="1961" actId="478"/>
          <ac:spMkLst>
            <pc:docMk/>
            <pc:sldMk cId="2112590132" sldId="270"/>
            <ac:spMk id="10" creationId="{146CDC42-2DC0-3379-F858-BB0A89542899}"/>
          </ac:spMkLst>
        </pc:spChg>
        <pc:picChg chg="add del mod ord">
          <ac:chgData name="Abrantes, Jorel Austin (STUDENT)" userId="79a9870d-6483-4a74-aae8-646d14a2005a" providerId="ADAL" clId="{8E749178-96DE-4899-90D4-BAF15EDA3C9B}" dt="2026-03-16T20:07:31.150" v="1961" actId="478"/>
          <ac:picMkLst>
            <pc:docMk/>
            <pc:sldMk cId="2112590132" sldId="270"/>
            <ac:picMk id="8" creationId="{B7A47198-F8CA-8A7E-61BB-648E88A367BF}"/>
          </ac:picMkLst>
        </pc:picChg>
      </pc:sldChg>
      <pc:sldChg chg="addSp delSp modSp add mod modClrScheme chgLayout">
        <pc:chgData name="Abrantes, Jorel Austin (STUDENT)" userId="79a9870d-6483-4a74-aae8-646d14a2005a" providerId="ADAL" clId="{8E749178-96DE-4899-90D4-BAF15EDA3C9B}" dt="2026-03-16T20:37:00.542" v="2079" actId="1076"/>
        <pc:sldMkLst>
          <pc:docMk/>
          <pc:sldMk cId="3764969621" sldId="271"/>
        </pc:sldMkLst>
        <pc:spChg chg="mod">
          <ac:chgData name="Abrantes, Jorel Austin (STUDENT)" userId="79a9870d-6483-4a74-aae8-646d14a2005a" providerId="ADAL" clId="{8E749178-96DE-4899-90D4-BAF15EDA3C9B}" dt="2026-03-16T20:35:51.723" v="2075" actId="26606"/>
          <ac:spMkLst>
            <pc:docMk/>
            <pc:sldMk cId="3764969621" sldId="271"/>
            <ac:spMk id="2" creationId="{1E245C51-6C86-FC7B-B822-695A1BE9EABF}"/>
          </ac:spMkLst>
        </pc:spChg>
        <pc:spChg chg="mod ord">
          <ac:chgData name="Abrantes, Jorel Austin (STUDENT)" userId="79a9870d-6483-4a74-aae8-646d14a2005a" providerId="ADAL" clId="{8E749178-96DE-4899-90D4-BAF15EDA3C9B}" dt="2026-03-16T20:35:51.723" v="2075" actId="26606"/>
          <ac:spMkLst>
            <pc:docMk/>
            <pc:sldMk cId="3764969621" sldId="271"/>
            <ac:spMk id="4" creationId="{F80F5F19-C73A-0774-707C-A8D961326051}"/>
          </ac:spMkLst>
        </pc:spChg>
        <pc:spChg chg="add del mod">
          <ac:chgData name="Abrantes, Jorel Austin (STUDENT)" userId="79a9870d-6483-4a74-aae8-646d14a2005a" providerId="ADAL" clId="{8E749178-96DE-4899-90D4-BAF15EDA3C9B}" dt="2026-03-16T20:35:19.103" v="2067" actId="931"/>
          <ac:spMkLst>
            <pc:docMk/>
            <pc:sldMk cId="3764969621" sldId="271"/>
            <ac:spMk id="5" creationId="{468E138F-CCE1-901C-6AC3-15D3642F0802}"/>
          </ac:spMkLst>
        </pc:spChg>
        <pc:spChg chg="del">
          <ac:chgData name="Abrantes, Jorel Austin (STUDENT)" userId="79a9870d-6483-4a74-aae8-646d14a2005a" providerId="ADAL" clId="{8E749178-96DE-4899-90D4-BAF15EDA3C9B}" dt="2026-03-16T20:35:12.728" v="2066" actId="478"/>
          <ac:spMkLst>
            <pc:docMk/>
            <pc:sldMk cId="3764969621" sldId="271"/>
            <ac:spMk id="7" creationId="{2A153E89-833C-811D-D2F9-21F1A99E9058}"/>
          </ac:spMkLst>
        </pc:spChg>
        <pc:spChg chg="add del mod">
          <ac:chgData name="Abrantes, Jorel Austin (STUDENT)" userId="79a9870d-6483-4a74-aae8-646d14a2005a" providerId="ADAL" clId="{8E749178-96DE-4899-90D4-BAF15EDA3C9B}" dt="2026-03-16T20:35:51.418" v="2074" actId="478"/>
          <ac:spMkLst>
            <pc:docMk/>
            <pc:sldMk cId="3764969621" sldId="271"/>
            <ac:spMk id="10" creationId="{70E9A108-3A53-E7FE-04DD-FD214FA8F029}"/>
          </ac:spMkLst>
        </pc:spChg>
        <pc:spChg chg="add del mod">
          <ac:chgData name="Abrantes, Jorel Austin (STUDENT)" userId="79a9870d-6483-4a74-aae8-646d14a2005a" providerId="ADAL" clId="{8E749178-96DE-4899-90D4-BAF15EDA3C9B}" dt="2026-03-16T20:36:53.336" v="2077" actId="931"/>
          <ac:spMkLst>
            <pc:docMk/>
            <pc:sldMk cId="3764969621" sldId="271"/>
            <ac:spMk id="12" creationId="{75C98DE4-A160-E11B-35E0-8125494CD8AC}"/>
          </ac:spMkLst>
        </pc:spChg>
        <pc:spChg chg="add del mod">
          <ac:chgData name="Abrantes, Jorel Austin (STUDENT)" userId="79a9870d-6483-4a74-aae8-646d14a2005a" providerId="ADAL" clId="{8E749178-96DE-4899-90D4-BAF15EDA3C9B}" dt="2026-03-16T20:35:51.723" v="2075" actId="26606"/>
          <ac:spMkLst>
            <pc:docMk/>
            <pc:sldMk cId="3764969621" sldId="271"/>
            <ac:spMk id="13" creationId="{C815EF43-9A2F-9985-0F83-AB7DEAE567EF}"/>
          </ac:spMkLst>
        </pc:spChg>
        <pc:spChg chg="add del mod">
          <ac:chgData name="Abrantes, Jorel Austin (STUDENT)" userId="79a9870d-6483-4a74-aae8-646d14a2005a" providerId="ADAL" clId="{8E749178-96DE-4899-90D4-BAF15EDA3C9B}" dt="2026-03-16T20:35:51.723" v="2075" actId="26606"/>
          <ac:spMkLst>
            <pc:docMk/>
            <pc:sldMk cId="3764969621" sldId="271"/>
            <ac:spMk id="15" creationId="{383DA2F7-4782-3781-427F-CB0D2D93EF48}"/>
          </ac:spMkLst>
        </pc:spChg>
        <pc:spChg chg="add del mod">
          <ac:chgData name="Abrantes, Jorel Austin (STUDENT)" userId="79a9870d-6483-4a74-aae8-646d14a2005a" providerId="ADAL" clId="{8E749178-96DE-4899-90D4-BAF15EDA3C9B}" dt="2026-03-16T20:35:51.723" v="2075" actId="26606"/>
          <ac:spMkLst>
            <pc:docMk/>
            <pc:sldMk cId="3764969621" sldId="271"/>
            <ac:spMk id="17" creationId="{EB5934D2-7F66-7EF7-1697-4C16112179E4}"/>
          </ac:spMkLst>
        </pc:spChg>
        <pc:picChg chg="add del mod ord">
          <ac:chgData name="Abrantes, Jorel Austin (STUDENT)" userId="79a9870d-6483-4a74-aae8-646d14a2005a" providerId="ADAL" clId="{8E749178-96DE-4899-90D4-BAF15EDA3C9B}" dt="2026-03-16T20:35:52.781" v="2076" actId="478"/>
          <ac:picMkLst>
            <pc:docMk/>
            <pc:sldMk cId="3764969621" sldId="271"/>
            <ac:picMk id="8" creationId="{08F2DFDF-EABB-152F-5DAE-F7B5A003EBAE}"/>
          </ac:picMkLst>
        </pc:picChg>
        <pc:picChg chg="add mod ord">
          <ac:chgData name="Abrantes, Jorel Austin (STUDENT)" userId="79a9870d-6483-4a74-aae8-646d14a2005a" providerId="ADAL" clId="{8E749178-96DE-4899-90D4-BAF15EDA3C9B}" dt="2026-03-16T20:37:00.542" v="2079" actId="1076"/>
          <ac:picMkLst>
            <pc:docMk/>
            <pc:sldMk cId="3764969621" sldId="271"/>
            <ac:picMk id="16" creationId="{58B4F51F-F76D-AA33-3117-93155DF5569E}"/>
          </ac:picMkLst>
        </pc:picChg>
      </pc:sldChg>
      <pc:sldChg chg="modSp add mod">
        <pc:chgData name="Abrantes, Jorel Austin (STUDENT)" userId="79a9870d-6483-4a74-aae8-646d14a2005a" providerId="ADAL" clId="{8E749178-96DE-4899-90D4-BAF15EDA3C9B}" dt="2026-03-16T21:54:47.214" v="2290" actId="20577"/>
        <pc:sldMkLst>
          <pc:docMk/>
          <pc:sldMk cId="581582902" sldId="272"/>
        </pc:sldMkLst>
        <pc:spChg chg="mod">
          <ac:chgData name="Abrantes, Jorel Austin (STUDENT)" userId="79a9870d-6483-4a74-aae8-646d14a2005a" providerId="ADAL" clId="{8E749178-96DE-4899-90D4-BAF15EDA3C9B}" dt="2026-03-16T20:26:12.663" v="2063" actId="20577"/>
          <ac:spMkLst>
            <pc:docMk/>
            <pc:sldMk cId="581582902" sldId="272"/>
            <ac:spMk id="2" creationId="{0218D1B7-0D2F-0C00-295C-25E827B724EC}"/>
          </ac:spMkLst>
        </pc:spChg>
        <pc:spChg chg="mod">
          <ac:chgData name="Abrantes, Jorel Austin (STUDENT)" userId="79a9870d-6483-4a74-aae8-646d14a2005a" providerId="ADAL" clId="{8E749178-96DE-4899-90D4-BAF15EDA3C9B}" dt="2026-03-16T21:54:47.214" v="2290" actId="20577"/>
          <ac:spMkLst>
            <pc:docMk/>
            <pc:sldMk cId="581582902" sldId="272"/>
            <ac:spMk id="7" creationId="{DEBF91D6-0E78-CD55-A9C1-8B09A8E16508}"/>
          </ac:spMkLst>
        </pc:spChg>
      </pc:sldChg>
      <pc:sldChg chg="addSp delSp modSp new mod">
        <pc:chgData name="Abrantes, Jorel Austin (STUDENT)" userId="79a9870d-6483-4a74-aae8-646d14a2005a" providerId="ADAL" clId="{8E749178-96DE-4899-90D4-BAF15EDA3C9B}" dt="2026-03-16T22:05:30.636" v="2346" actId="1076"/>
        <pc:sldMkLst>
          <pc:docMk/>
          <pc:sldMk cId="831429917" sldId="273"/>
        </pc:sldMkLst>
        <pc:spChg chg="del">
          <ac:chgData name="Abrantes, Jorel Austin (STUDENT)" userId="79a9870d-6483-4a74-aae8-646d14a2005a" providerId="ADAL" clId="{8E749178-96DE-4899-90D4-BAF15EDA3C9B}" dt="2026-03-16T22:04:00.418" v="2334" actId="478"/>
          <ac:spMkLst>
            <pc:docMk/>
            <pc:sldMk cId="831429917" sldId="273"/>
            <ac:spMk id="2" creationId="{84185D9C-1F5B-A313-6A53-4127A6E9C274}"/>
          </ac:spMkLst>
        </pc:spChg>
        <pc:spChg chg="del">
          <ac:chgData name="Abrantes, Jorel Austin (STUDENT)" userId="79a9870d-6483-4a74-aae8-646d14a2005a" providerId="ADAL" clId="{8E749178-96DE-4899-90D4-BAF15EDA3C9B}" dt="2026-03-16T22:03:57.832" v="2333" actId="478"/>
          <ac:spMkLst>
            <pc:docMk/>
            <pc:sldMk cId="831429917" sldId="273"/>
            <ac:spMk id="3" creationId="{53B69AF4-2128-EBFA-9433-585EC1D015F5}"/>
          </ac:spMkLst>
        </pc:spChg>
        <pc:picChg chg="add mod">
          <ac:chgData name="Abrantes, Jorel Austin (STUDENT)" userId="79a9870d-6483-4a74-aae8-646d14a2005a" providerId="ADAL" clId="{8E749178-96DE-4899-90D4-BAF15EDA3C9B}" dt="2026-03-16T22:05:30.636" v="2346" actId="1076"/>
          <ac:picMkLst>
            <pc:docMk/>
            <pc:sldMk cId="831429917" sldId="273"/>
            <ac:picMk id="6" creationId="{D4839A2D-4B06-B190-24F1-6619C6B5D5CD}"/>
          </ac:picMkLst>
        </pc:picChg>
        <pc:picChg chg="add mod">
          <ac:chgData name="Abrantes, Jorel Austin (STUDENT)" userId="79a9870d-6483-4a74-aae8-646d14a2005a" providerId="ADAL" clId="{8E749178-96DE-4899-90D4-BAF15EDA3C9B}" dt="2026-03-16T22:04:36.237" v="2341" actId="571"/>
          <ac:picMkLst>
            <pc:docMk/>
            <pc:sldMk cId="831429917" sldId="273"/>
            <ac:picMk id="7" creationId="{783F0498-2623-38F7-26B5-B90054DE1231}"/>
          </ac:picMkLst>
        </pc:picChg>
      </pc:sldChg>
    </pc:docChg>
  </pc:docChgLst>
  <pc:docChgLst>
    <pc:chgData name="Abrantes, Jorel Austin (STUDENT)" userId="79a9870d-6483-4a74-aae8-646d14a2005a" providerId="ADAL" clId="{05490BFA-9691-495D-A45C-813EBCEA8A2A}"/>
    <pc:docChg chg="undo custSel addSld modSld sldOrd">
      <pc:chgData name="Abrantes, Jorel Austin (STUDENT)" userId="79a9870d-6483-4a74-aae8-646d14a2005a" providerId="ADAL" clId="{05490BFA-9691-495D-A45C-813EBCEA8A2A}" dt="2026-03-17T15:12:00.129" v="15"/>
      <pc:docMkLst>
        <pc:docMk/>
      </pc:docMkLst>
      <pc:sldChg chg="delSp modSp mod ord">
        <pc:chgData name="Abrantes, Jorel Austin (STUDENT)" userId="79a9870d-6483-4a74-aae8-646d14a2005a" providerId="ADAL" clId="{05490BFA-9691-495D-A45C-813EBCEA8A2A}" dt="2026-03-17T15:12:00.129" v="15"/>
        <pc:sldMkLst>
          <pc:docMk/>
          <pc:sldMk cId="2246755923" sldId="256"/>
        </pc:sldMkLst>
        <pc:spChg chg="mod">
          <ac:chgData name="Abrantes, Jorel Austin (STUDENT)" userId="79a9870d-6483-4a74-aae8-646d14a2005a" providerId="ADAL" clId="{05490BFA-9691-495D-A45C-813EBCEA8A2A}" dt="2026-03-17T13:23:56.260" v="0" actId="20577"/>
          <ac:spMkLst>
            <pc:docMk/>
            <pc:sldMk cId="2246755923" sldId="256"/>
            <ac:spMk id="2" creationId="{1C156CBC-DA70-7741-BB3F-BCDBBE052F88}"/>
          </ac:spMkLst>
        </pc:spChg>
        <pc:spChg chg="del">
          <ac:chgData name="Abrantes, Jorel Austin (STUDENT)" userId="79a9870d-6483-4a74-aae8-646d14a2005a" providerId="ADAL" clId="{05490BFA-9691-495D-A45C-813EBCEA8A2A}" dt="2026-03-17T13:24:00.955" v="1" actId="478"/>
          <ac:spMkLst>
            <pc:docMk/>
            <pc:sldMk cId="2246755923" sldId="256"/>
            <ac:spMk id="6" creationId="{8851B30C-5A06-3BF4-5687-E37832993BA5}"/>
          </ac:spMkLst>
        </pc:spChg>
        <pc:spChg chg="del">
          <ac:chgData name="Abrantes, Jorel Austin (STUDENT)" userId="79a9870d-6483-4a74-aae8-646d14a2005a" providerId="ADAL" clId="{05490BFA-9691-495D-A45C-813EBCEA8A2A}" dt="2026-03-17T13:24:08.108" v="2" actId="478"/>
          <ac:spMkLst>
            <pc:docMk/>
            <pc:sldMk cId="2246755923" sldId="256"/>
            <ac:spMk id="8" creationId="{8BD6EE48-9DEB-2BA9-149A-AFF20728F1B5}"/>
          </ac:spMkLst>
        </pc:spChg>
      </pc:sldChg>
      <pc:sldChg chg="ord">
        <pc:chgData name="Abrantes, Jorel Austin (STUDENT)" userId="79a9870d-6483-4a74-aae8-646d14a2005a" providerId="ADAL" clId="{05490BFA-9691-495D-A45C-813EBCEA8A2A}" dt="2026-03-17T13:43:54.703" v="4"/>
        <pc:sldMkLst>
          <pc:docMk/>
          <pc:sldMk cId="1216875704" sldId="270"/>
        </pc:sldMkLst>
      </pc:sldChg>
      <pc:sldChg chg="addSp delSp modSp new mod">
        <pc:chgData name="Abrantes, Jorel Austin (STUDENT)" userId="79a9870d-6483-4a74-aae8-646d14a2005a" providerId="ADAL" clId="{05490BFA-9691-495D-A45C-813EBCEA8A2A}" dt="2026-03-17T15:09:38.205" v="13" actId="1076"/>
        <pc:sldMkLst>
          <pc:docMk/>
          <pc:sldMk cId="3199269237" sldId="274"/>
        </pc:sldMkLst>
        <pc:spChg chg="del">
          <ac:chgData name="Abrantes, Jorel Austin (STUDENT)" userId="79a9870d-6483-4a74-aae8-646d14a2005a" providerId="ADAL" clId="{05490BFA-9691-495D-A45C-813EBCEA8A2A}" dt="2026-03-17T15:08:56.612" v="6" actId="478"/>
          <ac:spMkLst>
            <pc:docMk/>
            <pc:sldMk cId="3199269237" sldId="274"/>
            <ac:spMk id="2" creationId="{88CB2E0B-8CA4-07DE-4F44-57AD8EEE120F}"/>
          </ac:spMkLst>
        </pc:spChg>
        <pc:spChg chg="del">
          <ac:chgData name="Abrantes, Jorel Austin (STUDENT)" userId="79a9870d-6483-4a74-aae8-646d14a2005a" providerId="ADAL" clId="{05490BFA-9691-495D-A45C-813EBCEA8A2A}" dt="2026-03-17T15:08:59.011" v="7" actId="478"/>
          <ac:spMkLst>
            <pc:docMk/>
            <pc:sldMk cId="3199269237" sldId="274"/>
            <ac:spMk id="3" creationId="{F083D019-087F-9221-FDD0-6ED6B9D5ED04}"/>
          </ac:spMkLst>
        </pc:spChg>
        <pc:spChg chg="mod ord modVis">
          <ac:chgData name="Abrantes, Jorel Austin (STUDENT)" userId="79a9870d-6483-4a74-aae8-646d14a2005a" providerId="ADAL" clId="{05490BFA-9691-495D-A45C-813EBCEA8A2A}" dt="2026-03-17T15:09:29.813" v="11" actId="26606"/>
          <ac:spMkLst>
            <pc:docMk/>
            <pc:sldMk cId="3199269237" sldId="274"/>
            <ac:spMk id="4" creationId="{6F96D843-CF34-7A90-E4D8-F94821A78A35}"/>
          </ac:spMkLst>
        </pc:spChg>
        <pc:spChg chg="add del">
          <ac:chgData name="Abrantes, Jorel Austin (STUDENT)" userId="79a9870d-6483-4a74-aae8-646d14a2005a" providerId="ADAL" clId="{05490BFA-9691-495D-A45C-813EBCEA8A2A}" dt="2026-03-17T15:09:35.205" v="12" actId="478"/>
          <ac:spMkLst>
            <pc:docMk/>
            <pc:sldMk cId="3199269237" sldId="274"/>
            <ac:spMk id="1031" creationId="{E731BE78-D036-BF49-D30A-4A6D45AEE243}"/>
          </ac:spMkLst>
        </pc:spChg>
        <pc:picChg chg="add mod">
          <ac:chgData name="Abrantes, Jorel Austin (STUDENT)" userId="79a9870d-6483-4a74-aae8-646d14a2005a" providerId="ADAL" clId="{05490BFA-9691-495D-A45C-813EBCEA8A2A}" dt="2026-03-17T15:09:38.205" v="13" actId="1076"/>
          <ac:picMkLst>
            <pc:docMk/>
            <pc:sldMk cId="3199269237" sldId="274"/>
            <ac:picMk id="1026" creationId="{2FECADEB-DB56-B2D9-7A68-2F526CECBBE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36F475-F7F5-6C41-B37C-656C49194CAF}"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839EF-EF2D-A244-8B03-02564FD38722}" type="slidenum">
              <a:rPr lang="en-US" smtClean="0"/>
              <a:t>‹#›</a:t>
            </a:fld>
            <a:endParaRPr lang="en-US"/>
          </a:p>
        </p:txBody>
      </p:sp>
    </p:spTree>
    <p:extLst>
      <p:ext uri="{BB962C8B-B14F-4D97-AF65-F5344CB8AC3E}">
        <p14:creationId xmlns:p14="http://schemas.microsoft.com/office/powerpoint/2010/main" val="2679280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D422-CF21-5F4B-9F3C-D943F67A9BE0}"/>
              </a:ext>
            </a:extLst>
          </p:cNvPr>
          <p:cNvSpPr>
            <a:spLocks noGrp="1"/>
          </p:cNvSpPr>
          <p:nvPr>
            <p:ph type="ctrTitle" hasCustomPrompt="1"/>
          </p:nvPr>
        </p:nvSpPr>
        <p:spPr>
          <a:xfrm>
            <a:off x="813175" y="2685326"/>
            <a:ext cx="10334625" cy="1803939"/>
          </a:xfrm>
        </p:spPr>
        <p:txBody>
          <a:bodyPr anchor="t" anchorCtr="0"/>
          <a:lstStyle>
            <a:lvl1pPr algn="l">
              <a:defRPr sz="6000" b="1" i="0">
                <a:solidFill>
                  <a:schemeClr val="bg1"/>
                </a:solidFill>
                <a:latin typeface="+mn-lt"/>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B4A5F0DF-C789-3B48-88B2-EEF178B1680D}"/>
              </a:ext>
            </a:extLst>
          </p:cNvPr>
          <p:cNvSpPr>
            <a:spLocks noGrp="1"/>
          </p:cNvSpPr>
          <p:nvPr>
            <p:ph type="subTitle" idx="1"/>
          </p:nvPr>
        </p:nvSpPr>
        <p:spPr>
          <a:xfrm>
            <a:off x="813175" y="5773229"/>
            <a:ext cx="10334625" cy="746185"/>
          </a:xfrm>
        </p:spPr>
        <p:txBody>
          <a:bodyP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Text Placeholder 4">
            <a:extLst>
              <a:ext uri="{FF2B5EF4-FFF2-40B4-BE49-F238E27FC236}">
                <a16:creationId xmlns:a16="http://schemas.microsoft.com/office/drawing/2014/main" id="{4B87851E-C1E1-6E46-8D1B-95D6C1888590}"/>
              </a:ext>
            </a:extLst>
          </p:cNvPr>
          <p:cNvSpPr>
            <a:spLocks noGrp="1"/>
          </p:cNvSpPr>
          <p:nvPr>
            <p:ph type="body" sz="quarter" idx="10"/>
          </p:nvPr>
        </p:nvSpPr>
        <p:spPr>
          <a:xfrm>
            <a:off x="813175" y="4501444"/>
            <a:ext cx="10334625" cy="1259607"/>
          </a:xfrm>
        </p:spPr>
        <p:txBody>
          <a:bodyPr>
            <a:noAutofit/>
          </a:bodyPr>
          <a:lstStyle>
            <a:lvl1pPr marL="0" indent="0">
              <a:buFontTx/>
              <a:buNone/>
              <a:defRPr sz="2400">
                <a:solidFill>
                  <a:schemeClr val="bg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pic>
        <p:nvPicPr>
          <p:cNvPr id="8" name="Picture 7">
            <a:extLst>
              <a:ext uri="{FF2B5EF4-FFF2-40B4-BE49-F238E27FC236}">
                <a16:creationId xmlns:a16="http://schemas.microsoft.com/office/drawing/2014/main" id="{A1CCAF04-6C30-614D-8071-3CC683E97651}"/>
              </a:ext>
            </a:extLst>
          </p:cNvPr>
          <p:cNvPicPr>
            <a:picLocks noChangeAspect="1"/>
          </p:cNvPicPr>
          <p:nvPr userDrawn="1"/>
        </p:nvPicPr>
        <p:blipFill>
          <a:blip r:embed="rId3">
            <a:alphaModFix amt="60000"/>
          </a:blip>
          <a:srcRect/>
          <a:stretch/>
        </p:blipFill>
        <p:spPr>
          <a:xfrm>
            <a:off x="8418740" y="5755088"/>
            <a:ext cx="3173185" cy="419100"/>
          </a:xfrm>
          <a:prstGeom prst="rect">
            <a:avLst/>
          </a:prstGeom>
        </p:spPr>
      </p:pic>
    </p:spTree>
    <p:extLst>
      <p:ext uri="{BB962C8B-B14F-4D97-AF65-F5344CB8AC3E}">
        <p14:creationId xmlns:p14="http://schemas.microsoft.com/office/powerpoint/2010/main" val="642655364"/>
      </p:ext>
    </p:extLst>
  </p:cSld>
  <p:clrMapOvr>
    <a:masterClrMapping/>
  </p:clrMapOvr>
  <p:extLst>
    <p:ext uri="{DCECCB84-F9BA-43D5-87BE-67443E8EF086}">
      <p15:sldGuideLst xmlns:p15="http://schemas.microsoft.com/office/powerpoint/2012/main">
        <p15:guide id="7" orient="horz" pos="2160" userDrawn="1">
          <p15:clr>
            <a:srgbClr val="FBAE40"/>
          </p15:clr>
        </p15:guide>
        <p15:guide id="8" pos="3840" userDrawn="1">
          <p15:clr>
            <a:srgbClr val="FBAE40"/>
          </p15:clr>
        </p15:guide>
        <p15:guide id="9" orient="horz" pos="3888" userDrawn="1">
          <p15:clr>
            <a:srgbClr val="FBAE40"/>
          </p15:clr>
        </p15:guide>
        <p15:guide id="10" pos="360" userDrawn="1">
          <p15:clr>
            <a:srgbClr val="FBAE40"/>
          </p15:clr>
        </p15:guide>
        <p15:guide id="11" pos="7320" userDrawn="1">
          <p15:clr>
            <a:srgbClr val="FBAE40"/>
          </p15:clr>
        </p15:guide>
        <p15:guide id="12" orient="horz" pos="398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_Print-friend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FD422-CF21-5F4B-9F3C-D943F67A9BE0}"/>
              </a:ext>
            </a:extLst>
          </p:cNvPr>
          <p:cNvSpPr>
            <a:spLocks noGrp="1"/>
          </p:cNvSpPr>
          <p:nvPr>
            <p:ph type="ctrTitle" hasCustomPrompt="1"/>
          </p:nvPr>
        </p:nvSpPr>
        <p:spPr>
          <a:xfrm>
            <a:off x="813175" y="2650602"/>
            <a:ext cx="10334625" cy="1838663"/>
          </a:xfrm>
        </p:spPr>
        <p:txBody>
          <a:bodyPr anchor="t" anchorCtr="0"/>
          <a:lstStyle>
            <a:lvl1pPr algn="l">
              <a:defRPr sz="6000" b="1" i="0">
                <a:solidFill>
                  <a:schemeClr val="tx1"/>
                </a:solidFill>
                <a:latin typeface="+mn-lt"/>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B4A5F0DF-C789-3B48-88B2-EEF178B1680D}"/>
              </a:ext>
            </a:extLst>
          </p:cNvPr>
          <p:cNvSpPr>
            <a:spLocks noGrp="1"/>
          </p:cNvSpPr>
          <p:nvPr>
            <p:ph type="subTitle" idx="1"/>
          </p:nvPr>
        </p:nvSpPr>
        <p:spPr>
          <a:xfrm>
            <a:off x="813175" y="5773229"/>
            <a:ext cx="10334625" cy="746185"/>
          </a:xfrm>
        </p:spPr>
        <p:txBody>
          <a:bodyPr>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Text Placeholder 4">
            <a:extLst>
              <a:ext uri="{FF2B5EF4-FFF2-40B4-BE49-F238E27FC236}">
                <a16:creationId xmlns:a16="http://schemas.microsoft.com/office/drawing/2014/main" id="{4B87851E-C1E1-6E46-8D1B-95D6C1888590}"/>
              </a:ext>
            </a:extLst>
          </p:cNvPr>
          <p:cNvSpPr>
            <a:spLocks noGrp="1"/>
          </p:cNvSpPr>
          <p:nvPr>
            <p:ph type="body" sz="quarter" idx="10"/>
          </p:nvPr>
        </p:nvSpPr>
        <p:spPr>
          <a:xfrm>
            <a:off x="813175" y="4501444"/>
            <a:ext cx="10334625" cy="1259607"/>
          </a:xfrm>
        </p:spPr>
        <p:txBody>
          <a:bodyPr>
            <a:noAutofit/>
          </a:bodyPr>
          <a:lstStyle>
            <a:lvl1pPr marL="0" indent="0">
              <a:buFontTx/>
              <a:buNone/>
              <a:defRPr sz="2400">
                <a:solidFill>
                  <a:schemeClr val="tx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pic>
        <p:nvPicPr>
          <p:cNvPr id="7" name="Picture 6">
            <a:extLst>
              <a:ext uri="{FF2B5EF4-FFF2-40B4-BE49-F238E27FC236}">
                <a16:creationId xmlns:a16="http://schemas.microsoft.com/office/drawing/2014/main" id="{E64EB6B9-C6AF-7F40-9A3F-E71E87EB2DF9}"/>
              </a:ext>
            </a:extLst>
          </p:cNvPr>
          <p:cNvPicPr>
            <a:picLocks noChangeAspect="1"/>
          </p:cNvPicPr>
          <p:nvPr userDrawn="1"/>
        </p:nvPicPr>
        <p:blipFill>
          <a:blip r:embed="rId3"/>
          <a:srcRect/>
          <a:stretch/>
        </p:blipFill>
        <p:spPr>
          <a:xfrm>
            <a:off x="8418740" y="5742910"/>
            <a:ext cx="3173185" cy="419100"/>
          </a:xfrm>
          <a:prstGeom prst="rect">
            <a:avLst/>
          </a:prstGeom>
        </p:spPr>
      </p:pic>
    </p:spTree>
    <p:extLst>
      <p:ext uri="{BB962C8B-B14F-4D97-AF65-F5344CB8AC3E}">
        <p14:creationId xmlns:p14="http://schemas.microsoft.com/office/powerpoint/2010/main" val="3440654292"/>
      </p:ext>
    </p:extLst>
  </p:cSld>
  <p:clrMapOvr>
    <a:masterClrMapping/>
  </p:clrMapOvr>
  <p:extLst>
    <p:ext uri="{DCECCB84-F9BA-43D5-87BE-67443E8EF086}">
      <p15:sldGuideLst xmlns:p15="http://schemas.microsoft.com/office/powerpoint/2012/main">
        <p15:guide id="7" orient="horz" pos="2160" userDrawn="1">
          <p15:clr>
            <a:srgbClr val="FBAE40"/>
          </p15:clr>
        </p15:guide>
        <p15:guide id="8" pos="3840" userDrawn="1">
          <p15:clr>
            <a:srgbClr val="FBAE40"/>
          </p15:clr>
        </p15:guide>
        <p15:guide id="9" orient="horz" pos="3888" userDrawn="1">
          <p15:clr>
            <a:srgbClr val="FBAE40"/>
          </p15:clr>
        </p15:guide>
        <p15:guide id="10" pos="360" userDrawn="1">
          <p15:clr>
            <a:srgbClr val="FBAE40"/>
          </p15:clr>
        </p15:guide>
        <p15:guide id="11" pos="7320" userDrawn="1">
          <p15:clr>
            <a:srgbClr val="FBAE40"/>
          </p15:clr>
        </p15:guide>
        <p15:guide id="12" orient="horz" pos="398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F96C7-1801-CD4F-9F28-C99CEA00AE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FB783-2389-2044-9FEC-A01C09265EC1}"/>
              </a:ext>
            </a:extLst>
          </p:cNvPr>
          <p:cNvSpPr>
            <a:spLocks noGrp="1"/>
          </p:cNvSpPr>
          <p:nvPr>
            <p:ph idx="1"/>
          </p:nvPr>
        </p:nvSpPr>
        <p:spPr/>
        <p:txBody>
          <a:bodyPr/>
          <a:lstStyle>
            <a:lvl1pPr>
              <a:buFont typeface="Arial" panose="020B0604020202020204" pitchFamily="34" charse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84785F67-179E-4145-8BCB-4A0C61A894B6}"/>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2794568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C4E73FD-DB7D-6846-A2AE-E73A318442F4}"/>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solidFill>
                  <a:schemeClr val="tx1"/>
                </a:solidFill>
              </a:defRPr>
            </a:lvl1pPr>
          </a:lstStyle>
          <a:p>
            <a:fld id="{933A556B-7C63-244D-9B7C-B0EA8042B330}" type="slidenum">
              <a:rPr lang="en-US" smtClean="0"/>
              <a:pPr/>
              <a:t>‹#›</a:t>
            </a:fld>
            <a:endParaRPr lang="en-US" dirty="0"/>
          </a:p>
        </p:txBody>
      </p:sp>
      <p:sp>
        <p:nvSpPr>
          <p:cNvPr id="7" name="Title 1">
            <a:extLst>
              <a:ext uri="{FF2B5EF4-FFF2-40B4-BE49-F238E27FC236}">
                <a16:creationId xmlns:a16="http://schemas.microsoft.com/office/drawing/2014/main" id="{27110BA2-9B68-CC4C-A636-3277ABFA5F1F}"/>
              </a:ext>
            </a:extLst>
          </p:cNvPr>
          <p:cNvSpPr>
            <a:spLocks noGrp="1"/>
          </p:cNvSpPr>
          <p:nvPr>
            <p:ph type="ctrTitle" hasCustomPrompt="1"/>
          </p:nvPr>
        </p:nvSpPr>
        <p:spPr>
          <a:xfrm>
            <a:off x="813175" y="2541806"/>
            <a:ext cx="10334625" cy="1947460"/>
          </a:xfrm>
        </p:spPr>
        <p:txBody>
          <a:bodyPr anchor="t" anchorCtr="0"/>
          <a:lstStyle>
            <a:lvl1pPr algn="l">
              <a:defRPr sz="6000" b="1" i="0">
                <a:solidFill>
                  <a:schemeClr val="bg1"/>
                </a:solidFill>
                <a:latin typeface="+mn-lt"/>
                <a:cs typeface="Arial" panose="020B0604020202020204" pitchFamily="34" charset="0"/>
              </a:defRPr>
            </a:lvl1pPr>
          </a:lstStyle>
          <a:p>
            <a:r>
              <a:rPr lang="en-US" dirty="0"/>
              <a:t>Click To Edit Master Title Style</a:t>
            </a:r>
          </a:p>
        </p:txBody>
      </p:sp>
      <p:sp>
        <p:nvSpPr>
          <p:cNvPr id="8" name="Text Placeholder 4">
            <a:extLst>
              <a:ext uri="{FF2B5EF4-FFF2-40B4-BE49-F238E27FC236}">
                <a16:creationId xmlns:a16="http://schemas.microsoft.com/office/drawing/2014/main" id="{9FCBF15F-CA7F-7641-B9E3-4E9C3E92F434}"/>
              </a:ext>
            </a:extLst>
          </p:cNvPr>
          <p:cNvSpPr>
            <a:spLocks noGrp="1"/>
          </p:cNvSpPr>
          <p:nvPr>
            <p:ph type="body" sz="quarter" idx="10"/>
          </p:nvPr>
        </p:nvSpPr>
        <p:spPr>
          <a:xfrm>
            <a:off x="813175" y="4501444"/>
            <a:ext cx="10334625" cy="1259607"/>
          </a:xfrm>
        </p:spPr>
        <p:txBody>
          <a:bodyPr>
            <a:noAutofit/>
          </a:bodyPr>
          <a:lstStyle>
            <a:lvl1pPr marL="0" indent="0">
              <a:buFontTx/>
              <a:buNone/>
              <a:defRPr sz="2400">
                <a:solidFill>
                  <a:schemeClr val="bg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spTree>
    <p:extLst>
      <p:ext uri="{BB962C8B-B14F-4D97-AF65-F5344CB8AC3E}">
        <p14:creationId xmlns:p14="http://schemas.microsoft.com/office/powerpoint/2010/main" val="4223687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Section Header_Print-friend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C4E73FD-DB7D-6846-A2AE-E73A318442F4}"/>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solidFill>
                  <a:schemeClr val="tx1"/>
                </a:solidFill>
              </a:defRPr>
            </a:lvl1pPr>
          </a:lstStyle>
          <a:p>
            <a:fld id="{933A556B-7C63-244D-9B7C-B0EA8042B330}" type="slidenum">
              <a:rPr lang="en-US" smtClean="0"/>
              <a:pPr/>
              <a:t>‹#›</a:t>
            </a:fld>
            <a:endParaRPr lang="en-US" dirty="0"/>
          </a:p>
        </p:txBody>
      </p:sp>
      <p:sp>
        <p:nvSpPr>
          <p:cNvPr id="7" name="Title 1">
            <a:extLst>
              <a:ext uri="{FF2B5EF4-FFF2-40B4-BE49-F238E27FC236}">
                <a16:creationId xmlns:a16="http://schemas.microsoft.com/office/drawing/2014/main" id="{27110BA2-9B68-CC4C-A636-3277ABFA5F1F}"/>
              </a:ext>
            </a:extLst>
          </p:cNvPr>
          <p:cNvSpPr>
            <a:spLocks noGrp="1"/>
          </p:cNvSpPr>
          <p:nvPr>
            <p:ph type="ctrTitle" hasCustomPrompt="1"/>
          </p:nvPr>
        </p:nvSpPr>
        <p:spPr>
          <a:xfrm>
            <a:off x="813175" y="2541806"/>
            <a:ext cx="10334625" cy="1947460"/>
          </a:xfrm>
        </p:spPr>
        <p:txBody>
          <a:bodyPr anchor="t" anchorCtr="0"/>
          <a:lstStyle>
            <a:lvl1pPr algn="l">
              <a:defRPr sz="6000" b="1" i="0">
                <a:solidFill>
                  <a:schemeClr val="tx1"/>
                </a:solidFill>
                <a:latin typeface="+mn-lt"/>
                <a:cs typeface="Arial" panose="020B0604020202020204" pitchFamily="34" charset="0"/>
              </a:defRPr>
            </a:lvl1pPr>
          </a:lstStyle>
          <a:p>
            <a:r>
              <a:rPr lang="en-US" dirty="0"/>
              <a:t>Click To Edit Master Title Style</a:t>
            </a:r>
          </a:p>
        </p:txBody>
      </p:sp>
      <p:sp>
        <p:nvSpPr>
          <p:cNvPr id="8" name="Text Placeholder 4">
            <a:extLst>
              <a:ext uri="{FF2B5EF4-FFF2-40B4-BE49-F238E27FC236}">
                <a16:creationId xmlns:a16="http://schemas.microsoft.com/office/drawing/2014/main" id="{9FCBF15F-CA7F-7641-B9E3-4E9C3E92F434}"/>
              </a:ext>
            </a:extLst>
          </p:cNvPr>
          <p:cNvSpPr>
            <a:spLocks noGrp="1"/>
          </p:cNvSpPr>
          <p:nvPr>
            <p:ph type="body" sz="quarter" idx="10"/>
          </p:nvPr>
        </p:nvSpPr>
        <p:spPr>
          <a:xfrm>
            <a:off x="813175" y="4501444"/>
            <a:ext cx="10334625" cy="1259607"/>
          </a:xfrm>
        </p:spPr>
        <p:txBody>
          <a:bodyPr>
            <a:noAutofit/>
          </a:bodyPr>
          <a:lstStyle>
            <a:lvl1pPr marL="0" indent="0">
              <a:buFontTx/>
              <a:buNone/>
              <a:defRPr sz="2400">
                <a:solidFill>
                  <a:schemeClr val="tx1"/>
                </a:solidFill>
              </a:defRPr>
            </a:lvl1pPr>
            <a:lvl2pPr marL="457200" indent="0">
              <a:buFontTx/>
              <a:buNone/>
              <a:defRPr sz="2000"/>
            </a:lvl2pPr>
            <a:lvl3pPr marL="914400" indent="0">
              <a:buFontTx/>
              <a:buNone/>
              <a:defRPr sz="2000"/>
            </a:lvl3pPr>
            <a:lvl4pPr marL="1371600" indent="0">
              <a:buFontTx/>
              <a:buNone/>
              <a:defRPr sz="2000"/>
            </a:lvl4pPr>
            <a:lvl5pPr marL="1828800" indent="0">
              <a:buFontTx/>
              <a:buNone/>
              <a:defRPr sz="2000"/>
            </a:lvl5pPr>
          </a:lstStyle>
          <a:p>
            <a:pPr lvl="0"/>
            <a:r>
              <a:rPr lang="en-US"/>
              <a:t>Click to edit Master text styles</a:t>
            </a:r>
          </a:p>
        </p:txBody>
      </p:sp>
    </p:spTree>
    <p:extLst>
      <p:ext uri="{BB962C8B-B14F-4D97-AF65-F5344CB8AC3E}">
        <p14:creationId xmlns:p14="http://schemas.microsoft.com/office/powerpoint/2010/main" val="1724543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B965E-00C4-6F4C-8817-84A69C14D2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8926A3-B154-C14C-BFED-E141D3C8B7D4}"/>
              </a:ext>
            </a:extLst>
          </p:cNvPr>
          <p:cNvSpPr>
            <a:spLocks noGrp="1"/>
          </p:cNvSpPr>
          <p:nvPr>
            <p:ph sz="half" idx="1"/>
          </p:nvPr>
        </p:nvSpPr>
        <p:spPr>
          <a:xfrm>
            <a:off x="5715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40C922-34CF-D846-A402-06F51B18941E}"/>
              </a:ext>
            </a:extLst>
          </p:cNvPr>
          <p:cNvSpPr>
            <a:spLocks noGrp="1"/>
          </p:cNvSpPr>
          <p:nvPr>
            <p:ph sz="half" idx="2"/>
          </p:nvPr>
        </p:nvSpPr>
        <p:spPr>
          <a:xfrm>
            <a:off x="60960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71868AE-308B-D548-82A1-318656FC5556}"/>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3630614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ACFC5-D97A-B448-B815-E68D1A9731E8}"/>
              </a:ext>
            </a:extLst>
          </p:cNvPr>
          <p:cNvSpPr>
            <a:spLocks noGrp="1"/>
          </p:cNvSpPr>
          <p:nvPr>
            <p:ph type="title"/>
          </p:nvPr>
        </p:nvSpPr>
        <p:spPr>
          <a:xfrm>
            <a:off x="571500"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BFB46D-01D9-1D44-ABED-AC6282C16BC1}"/>
              </a:ext>
            </a:extLst>
          </p:cNvPr>
          <p:cNvSpPr>
            <a:spLocks noGrp="1"/>
          </p:cNvSpPr>
          <p:nvPr>
            <p:ph type="body" idx="1"/>
          </p:nvPr>
        </p:nvSpPr>
        <p:spPr>
          <a:xfrm>
            <a:off x="571500"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F9F48-3F7F-A545-9387-0732A54B5B13}"/>
              </a:ext>
            </a:extLst>
          </p:cNvPr>
          <p:cNvSpPr>
            <a:spLocks noGrp="1"/>
          </p:cNvSpPr>
          <p:nvPr>
            <p:ph sz="half" idx="2"/>
          </p:nvPr>
        </p:nvSpPr>
        <p:spPr>
          <a:xfrm>
            <a:off x="571500"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C0DC1-B7CB-B343-8B4E-8D57625AEA93}"/>
              </a:ext>
            </a:extLst>
          </p:cNvPr>
          <p:cNvSpPr>
            <a:spLocks noGrp="1"/>
          </p:cNvSpPr>
          <p:nvPr>
            <p:ph type="body" sz="quarter" idx="3"/>
          </p:nvPr>
        </p:nvSpPr>
        <p:spPr>
          <a:xfrm>
            <a:off x="60960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2689F1-F4A7-6440-A9D9-1BF6E3E127B0}"/>
              </a:ext>
            </a:extLst>
          </p:cNvPr>
          <p:cNvSpPr>
            <a:spLocks noGrp="1"/>
          </p:cNvSpPr>
          <p:nvPr>
            <p:ph sz="quarter" idx="4"/>
          </p:nvPr>
        </p:nvSpPr>
        <p:spPr>
          <a:xfrm>
            <a:off x="60960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4E88283-FA1D-D040-8AFC-1D07DFC302AA}"/>
              </a:ext>
            </a:extLst>
          </p:cNvPr>
          <p:cNvSpPr>
            <a:spLocks noGrp="1"/>
          </p:cNvSpPr>
          <p:nvPr>
            <p:ph type="sldNum" sz="quarter" idx="10"/>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3573931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70F5-09AC-CD48-85DB-1752A5E862CB}"/>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00D6FDB5-5C90-C844-8D34-266A469CEC57}"/>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4133593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7D20343-9337-0E42-A01C-2815CA8E0561}"/>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2391252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84E83-FA30-AE49-A809-D1503D6A57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F97B18-F1D3-C845-98E1-FCEEFD596F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0677A6-B440-D244-B039-82AFE3A152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5">
            <a:extLst>
              <a:ext uri="{FF2B5EF4-FFF2-40B4-BE49-F238E27FC236}">
                <a16:creationId xmlns:a16="http://schemas.microsoft.com/office/drawing/2014/main" id="{6ACFED41-9DB8-3441-9E99-88FCE31DC294}"/>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4160339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999BF-B963-A049-A11E-595313950F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A4A0F9-2FD7-DE46-AE52-AD7C0C073A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59413AE-9723-9D45-B482-FF92ED073F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5">
            <a:extLst>
              <a:ext uri="{FF2B5EF4-FFF2-40B4-BE49-F238E27FC236}">
                <a16:creationId xmlns:a16="http://schemas.microsoft.com/office/drawing/2014/main" id="{B0BC717A-FCD7-0D46-A097-931C02281585}"/>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1811919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FA0D-AA3C-664A-87D2-78DEA605DF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05DD7F-359B-0241-A0E1-CB41463949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94FE3B0-EE83-EE47-9729-1EF195304D10}"/>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2381660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7785AC-BC0C-8F4E-B552-D8A6AD40EE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59A820-91F6-F544-8B07-61605B067C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E1FAE437-C75F-3A40-9104-1FFF2D5E7948}"/>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1066097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7DAAA2-8718-2247-8539-9A0DC22C048C}"/>
              </a:ext>
            </a:extLst>
          </p:cNvPr>
          <p:cNvSpPr>
            <a:spLocks noGrp="1"/>
          </p:cNvSpPr>
          <p:nvPr>
            <p:ph type="title"/>
          </p:nvPr>
        </p:nvSpPr>
        <p:spPr>
          <a:xfrm>
            <a:off x="571500" y="365125"/>
            <a:ext cx="11049000" cy="1325563"/>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A73056FE-C136-A54B-9DE3-EACD8E08FED9}"/>
              </a:ext>
            </a:extLst>
          </p:cNvPr>
          <p:cNvSpPr>
            <a:spLocks noGrp="1"/>
          </p:cNvSpPr>
          <p:nvPr>
            <p:ph type="body" idx="1"/>
          </p:nvPr>
        </p:nvSpPr>
        <p:spPr>
          <a:xfrm>
            <a:off x="571500" y="1825625"/>
            <a:ext cx="11049000" cy="4207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lide Number Placeholder 5">
            <a:extLst>
              <a:ext uri="{FF2B5EF4-FFF2-40B4-BE49-F238E27FC236}">
                <a16:creationId xmlns:a16="http://schemas.microsoft.com/office/drawing/2014/main" id="{125833E0-DD3D-DF4F-9316-F67B7A80E307}"/>
              </a:ext>
            </a:extLst>
          </p:cNvPr>
          <p:cNvSpPr>
            <a:spLocks noGrp="1"/>
          </p:cNvSpPr>
          <p:nvPr>
            <p:ph type="sldNum" sz="quarter" idx="4"/>
          </p:nvPr>
        </p:nvSpPr>
        <p:spPr>
          <a:xfrm>
            <a:off x="11188014" y="6316595"/>
            <a:ext cx="432486" cy="365125"/>
          </a:xfrm>
          <a:prstGeom prst="rect">
            <a:avLst/>
          </a:prstGeom>
        </p:spPr>
        <p:txBody>
          <a:bodyPr lIns="0" tIns="0" rIns="45720" bIns="0" anchor="ctr"/>
          <a:lstStyle>
            <a:lvl1pPr algn="r">
              <a:defRPr sz="1000"/>
            </a:lvl1pPr>
          </a:lstStyle>
          <a:p>
            <a:fld id="{933A556B-7C63-244D-9B7C-B0EA8042B330}" type="slidenum">
              <a:rPr lang="en-US" smtClean="0"/>
              <a:pPr/>
              <a:t>‹#›</a:t>
            </a:fld>
            <a:endParaRPr lang="en-US" sz="1000" dirty="0"/>
          </a:p>
        </p:txBody>
      </p:sp>
    </p:spTree>
    <p:extLst>
      <p:ext uri="{BB962C8B-B14F-4D97-AF65-F5344CB8AC3E}">
        <p14:creationId xmlns:p14="http://schemas.microsoft.com/office/powerpoint/2010/main" val="544521178"/>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2" r:id="rId3"/>
    <p:sldLayoutId id="2147483663" r:id="rId4"/>
    <p:sldLayoutId id="214748367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hdr="0" ftr="0" dt="0"/>
  <p:txStyles>
    <p:titleStyle>
      <a:lvl1pPr algn="l" defTabSz="914400" rtl="0" eaLnBrk="1" latinLnBrk="0" hangingPunct="1">
        <a:lnSpc>
          <a:spcPct val="90000"/>
        </a:lnSpc>
        <a:spcBef>
          <a:spcPct val="0"/>
        </a:spcBef>
        <a:buNone/>
        <a:defRPr sz="44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userDrawn="1">
          <p15:clr>
            <a:srgbClr val="F26B43"/>
          </p15:clr>
        </p15:guide>
        <p15:guide id="8" pos="3840" userDrawn="1">
          <p15:clr>
            <a:srgbClr val="F26B43"/>
          </p15:clr>
        </p15:guide>
        <p15:guide id="9" pos="360" userDrawn="1">
          <p15:clr>
            <a:srgbClr val="F26B43"/>
          </p15:clr>
        </p15:guide>
        <p15:guide id="10" orient="horz" pos="3888" userDrawn="1">
          <p15:clr>
            <a:srgbClr val="F26B43"/>
          </p15:clr>
        </p15:guide>
        <p15:guide id="11" pos="7320" userDrawn="1">
          <p15:clr>
            <a:srgbClr val="F26B43"/>
          </p15:clr>
        </p15:guide>
        <p15:guide id="12"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3.xml"/><Relationship Id="rId5" Type="http://schemas.openxmlformats.org/officeDocument/2006/relationships/image" Target="../media/image16.sv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D433E-20CA-5C30-0D85-030CD7F6A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E1FC8-34D5-3ACA-3DFC-E92BF8BF8511}"/>
              </a:ext>
            </a:extLst>
          </p:cNvPr>
          <p:cNvSpPr>
            <a:spLocks noGrp="1"/>
          </p:cNvSpPr>
          <p:nvPr>
            <p:ph type="ctrTitle"/>
          </p:nvPr>
        </p:nvSpPr>
        <p:spPr/>
        <p:txBody>
          <a:bodyPr>
            <a:normAutofit fontScale="90000"/>
          </a:bodyPr>
          <a:lstStyle/>
          <a:p>
            <a:r>
              <a:rPr lang="en-US" dirty="0">
                <a:solidFill>
                  <a:srgbClr val="FFFFFF"/>
                </a:solidFill>
                <a:latin typeface="Calibri" pitchFamily="34" charset="0"/>
                <a:ea typeface="Calibri" pitchFamily="34" charset="-122"/>
                <a:cs typeface="Calibri" pitchFamily="34" charset="-120"/>
              </a:rPr>
              <a:t>Securing the Grid</a:t>
            </a:r>
            <a:br>
              <a:rPr lang="en-US" dirty="0">
                <a:solidFill>
                  <a:srgbClr val="FFFFFF"/>
                </a:solidFill>
                <a:latin typeface="Calibri" pitchFamily="34" charset="0"/>
                <a:ea typeface="Calibri" pitchFamily="34" charset="-122"/>
                <a:cs typeface="Calibri" pitchFamily="34" charset="-120"/>
              </a:rPr>
            </a:br>
            <a:r>
              <a:rPr lang="en-US" sz="3100" dirty="0">
                <a:solidFill>
                  <a:srgbClr val="00C9B1"/>
                </a:solidFill>
                <a:latin typeface="Calibri" pitchFamily="34" charset="0"/>
                <a:ea typeface="Calibri" pitchFamily="34" charset="-122"/>
                <a:cs typeface="Calibri" pitchFamily="34" charset="-120"/>
              </a:rPr>
              <a:t>Sequential Anomaly Detection in ICS Traffic</a:t>
            </a:r>
            <a:br>
              <a:rPr lang="en-US" sz="3100" dirty="0"/>
            </a:br>
            <a:r>
              <a:rPr lang="en-US" sz="3100" dirty="0">
                <a:solidFill>
                  <a:srgbClr val="00C9B1"/>
                </a:solidFill>
                <a:latin typeface="Calibri" pitchFamily="34" charset="0"/>
                <a:ea typeface="Calibri" pitchFamily="34" charset="-122"/>
                <a:cs typeface="Calibri" pitchFamily="34" charset="-120"/>
              </a:rPr>
              <a:t>Using LSTM Autoencoders</a:t>
            </a:r>
            <a:br>
              <a:rPr lang="en-US" dirty="0"/>
            </a:br>
            <a:endParaRPr lang="en-US" dirty="0"/>
          </a:p>
        </p:txBody>
      </p:sp>
      <p:sp>
        <p:nvSpPr>
          <p:cNvPr id="3" name="Subtitle 2">
            <a:extLst>
              <a:ext uri="{FF2B5EF4-FFF2-40B4-BE49-F238E27FC236}">
                <a16:creationId xmlns:a16="http://schemas.microsoft.com/office/drawing/2014/main" id="{0F3DE3C5-5E07-4421-3128-4F21700ABB43}"/>
              </a:ext>
            </a:extLst>
          </p:cNvPr>
          <p:cNvSpPr>
            <a:spLocks noGrp="1"/>
          </p:cNvSpPr>
          <p:nvPr>
            <p:ph type="subTitle" idx="1"/>
          </p:nvPr>
        </p:nvSpPr>
        <p:spPr/>
        <p:txBody>
          <a:bodyPr/>
          <a:lstStyle/>
          <a:p>
            <a:r>
              <a:rPr lang="en-US" dirty="0"/>
              <a:t>3/18/2026</a:t>
            </a:r>
          </a:p>
        </p:txBody>
      </p:sp>
      <p:sp>
        <p:nvSpPr>
          <p:cNvPr id="4" name="Text Placeholder 3">
            <a:extLst>
              <a:ext uri="{FF2B5EF4-FFF2-40B4-BE49-F238E27FC236}">
                <a16:creationId xmlns:a16="http://schemas.microsoft.com/office/drawing/2014/main" id="{345144EF-7F1A-87C5-220A-0C3F40B7EBEC}"/>
              </a:ext>
            </a:extLst>
          </p:cNvPr>
          <p:cNvSpPr>
            <a:spLocks noGrp="1"/>
          </p:cNvSpPr>
          <p:nvPr>
            <p:ph type="body" sz="quarter" idx="10"/>
          </p:nvPr>
        </p:nvSpPr>
        <p:spPr/>
        <p:txBody>
          <a:bodyPr/>
          <a:lstStyle/>
          <a:p>
            <a:r>
              <a:rPr lang="en-US" sz="2000" b="1" dirty="0"/>
              <a:t>Jorel Abrantes </a:t>
            </a:r>
            <a:r>
              <a:rPr lang="en-US" sz="2000" dirty="0"/>
              <a:t>Applied Mathematics, Clovis Community College</a:t>
            </a:r>
          </a:p>
          <a:p>
            <a:r>
              <a:rPr lang="en-US" sz="2000" b="1" dirty="0"/>
              <a:t>Mentor</a:t>
            </a:r>
            <a:r>
              <a:rPr lang="en-US" sz="2000" dirty="0"/>
              <a:t>: Dr. Meng Yue Energy Systems Division, Interdisciplinary Science Department, Brookhaven National Laboratory</a:t>
            </a:r>
          </a:p>
        </p:txBody>
      </p:sp>
    </p:spTree>
    <p:extLst>
      <p:ext uri="{BB962C8B-B14F-4D97-AF65-F5344CB8AC3E}">
        <p14:creationId xmlns:p14="http://schemas.microsoft.com/office/powerpoint/2010/main" val="3005055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7E4F3-E3AA-27B8-9821-DE9D9E4FB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3AD0C-7F27-BD3F-CB09-70A55CCDA983}"/>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Power Grids Are Under Attack</a:t>
            </a:r>
            <a:endParaRPr lang="en-US" dirty="0"/>
          </a:p>
        </p:txBody>
      </p:sp>
      <p:sp>
        <p:nvSpPr>
          <p:cNvPr id="4" name="Slide Number Placeholder 3">
            <a:extLst>
              <a:ext uri="{FF2B5EF4-FFF2-40B4-BE49-F238E27FC236}">
                <a16:creationId xmlns:a16="http://schemas.microsoft.com/office/drawing/2014/main" id="{70ACDAAE-7B78-66D5-6AEC-E8082E4A0B44}"/>
              </a:ext>
            </a:extLst>
          </p:cNvPr>
          <p:cNvSpPr>
            <a:spLocks noGrp="1"/>
          </p:cNvSpPr>
          <p:nvPr>
            <p:ph type="sldNum" sz="quarter" idx="4"/>
          </p:nvPr>
        </p:nvSpPr>
        <p:spPr/>
        <p:txBody>
          <a:bodyPr/>
          <a:lstStyle/>
          <a:p>
            <a:fld id="{933A556B-7C63-244D-9B7C-B0EA8042B330}" type="slidenum">
              <a:rPr lang="en-US" smtClean="0"/>
              <a:pPr/>
              <a:t>2</a:t>
            </a:fld>
            <a:endParaRPr lang="en-US" dirty="0"/>
          </a:p>
        </p:txBody>
      </p:sp>
      <p:sp>
        <p:nvSpPr>
          <p:cNvPr id="6" name="Rectangle 5">
            <a:extLst>
              <a:ext uri="{FF2B5EF4-FFF2-40B4-BE49-F238E27FC236}">
                <a16:creationId xmlns:a16="http://schemas.microsoft.com/office/drawing/2014/main" id="{E314FF84-CEA1-5D75-12D5-31B1D43B4BE4}"/>
              </a:ext>
            </a:extLst>
          </p:cNvPr>
          <p:cNvSpPr/>
          <p:nvPr/>
        </p:nvSpPr>
        <p:spPr>
          <a:xfrm>
            <a:off x="401053" y="1690689"/>
            <a:ext cx="3759869" cy="373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12E6DB82-9908-EDA6-AD30-3FADA3F9D07F}"/>
              </a:ext>
            </a:extLst>
          </p:cNvPr>
          <p:cNvSpPr/>
          <p:nvPr/>
        </p:nvSpPr>
        <p:spPr>
          <a:xfrm>
            <a:off x="4331369" y="1690689"/>
            <a:ext cx="3759869" cy="373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B3EBBDB-88A7-A649-7311-5FB837F969CD}"/>
              </a:ext>
            </a:extLst>
          </p:cNvPr>
          <p:cNvSpPr/>
          <p:nvPr/>
        </p:nvSpPr>
        <p:spPr>
          <a:xfrm>
            <a:off x="8261685" y="1690689"/>
            <a:ext cx="3759869" cy="3731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C8BBE57-FA62-0CB8-56E1-7DEA9FB4D592}"/>
              </a:ext>
            </a:extLst>
          </p:cNvPr>
          <p:cNvSpPr/>
          <p:nvPr/>
        </p:nvSpPr>
        <p:spPr>
          <a:xfrm>
            <a:off x="401052" y="1690689"/>
            <a:ext cx="3759869" cy="71562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2015-16</a:t>
            </a:r>
          </a:p>
        </p:txBody>
      </p:sp>
      <p:sp>
        <p:nvSpPr>
          <p:cNvPr id="13" name="Rectangle 12">
            <a:extLst>
              <a:ext uri="{FF2B5EF4-FFF2-40B4-BE49-F238E27FC236}">
                <a16:creationId xmlns:a16="http://schemas.microsoft.com/office/drawing/2014/main" id="{B1662C9A-C00B-9FEE-618B-C434717CE6FF}"/>
              </a:ext>
            </a:extLst>
          </p:cNvPr>
          <p:cNvSpPr/>
          <p:nvPr/>
        </p:nvSpPr>
        <p:spPr>
          <a:xfrm>
            <a:off x="4331369" y="1690688"/>
            <a:ext cx="3759869" cy="71562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2021</a:t>
            </a:r>
          </a:p>
        </p:txBody>
      </p:sp>
      <p:sp>
        <p:nvSpPr>
          <p:cNvPr id="14" name="Rectangle 13">
            <a:extLst>
              <a:ext uri="{FF2B5EF4-FFF2-40B4-BE49-F238E27FC236}">
                <a16:creationId xmlns:a16="http://schemas.microsoft.com/office/drawing/2014/main" id="{6140B9DD-3FA7-9D21-2E30-BD42FB1EE99D}"/>
              </a:ext>
            </a:extLst>
          </p:cNvPr>
          <p:cNvSpPr/>
          <p:nvPr/>
        </p:nvSpPr>
        <p:spPr>
          <a:xfrm>
            <a:off x="8261685" y="1690687"/>
            <a:ext cx="3759869" cy="715627"/>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ysClr val="windowText" lastClr="000000"/>
                </a:solidFill>
                <a:latin typeface="Calibri" panose="020F0502020204030204" pitchFamily="34" charset="0"/>
                <a:ea typeface="Calibri" panose="020F0502020204030204" pitchFamily="34" charset="0"/>
                <a:cs typeface="Calibri" panose="020F0502020204030204" pitchFamily="34" charset="0"/>
              </a:rPr>
              <a:t> Today</a:t>
            </a:r>
          </a:p>
        </p:txBody>
      </p:sp>
      <p:sp>
        <p:nvSpPr>
          <p:cNvPr id="16" name="TextBox 15">
            <a:extLst>
              <a:ext uri="{FF2B5EF4-FFF2-40B4-BE49-F238E27FC236}">
                <a16:creationId xmlns:a16="http://schemas.microsoft.com/office/drawing/2014/main" id="{7A8C8177-D4E9-9BAC-4AC5-78716E731E03}"/>
              </a:ext>
            </a:extLst>
          </p:cNvPr>
          <p:cNvSpPr txBox="1"/>
          <p:nvPr/>
        </p:nvSpPr>
        <p:spPr>
          <a:xfrm>
            <a:off x="401054" y="2406316"/>
            <a:ext cx="3759868" cy="2031325"/>
          </a:xfrm>
          <a:prstGeom prst="rect">
            <a:avLst/>
          </a:prstGeom>
          <a:noFill/>
        </p:spPr>
        <p:txBody>
          <a:bodyPr wrap="square" rtlCol="0">
            <a:spAutoFit/>
          </a:bodyPr>
          <a:lstStyle/>
          <a:p>
            <a:r>
              <a:rPr lang="en-US" b="1" dirty="0">
                <a:solidFill>
                  <a:srgbClr val="33CCCC"/>
                </a:solidFill>
              </a:rPr>
              <a:t>Ukraine Power Grid</a:t>
            </a:r>
          </a:p>
          <a:p>
            <a:endParaRPr lang="en-US" dirty="0"/>
          </a:p>
          <a:p>
            <a:endParaRPr lang="en-US" dirty="0"/>
          </a:p>
          <a:p>
            <a:r>
              <a:rPr lang="en-US" dirty="0">
                <a:solidFill>
                  <a:srgbClr val="E8F4F2"/>
                </a:solidFill>
                <a:latin typeface="Calibri" pitchFamily="34" charset="0"/>
                <a:ea typeface="Calibri" pitchFamily="34" charset="-122"/>
                <a:cs typeface="Calibri" pitchFamily="34" charset="-120"/>
              </a:rPr>
              <a:t>First confirmed cyberattacks to cause blackouts. 230,000 customers left without power.</a:t>
            </a:r>
            <a:endParaRPr lang="en-US" dirty="0"/>
          </a:p>
          <a:p>
            <a:endParaRPr lang="en-US" dirty="0"/>
          </a:p>
        </p:txBody>
      </p:sp>
      <p:sp>
        <p:nvSpPr>
          <p:cNvPr id="17" name="TextBox 16">
            <a:extLst>
              <a:ext uri="{FF2B5EF4-FFF2-40B4-BE49-F238E27FC236}">
                <a16:creationId xmlns:a16="http://schemas.microsoft.com/office/drawing/2014/main" id="{883515AA-14DC-28BC-7737-41E5AB83366B}"/>
              </a:ext>
            </a:extLst>
          </p:cNvPr>
          <p:cNvSpPr txBox="1"/>
          <p:nvPr/>
        </p:nvSpPr>
        <p:spPr>
          <a:xfrm>
            <a:off x="4331370" y="2406314"/>
            <a:ext cx="3759868" cy="2031325"/>
          </a:xfrm>
          <a:prstGeom prst="rect">
            <a:avLst/>
          </a:prstGeom>
          <a:noFill/>
        </p:spPr>
        <p:txBody>
          <a:bodyPr wrap="square" rtlCol="0">
            <a:spAutoFit/>
          </a:bodyPr>
          <a:lstStyle/>
          <a:p>
            <a:r>
              <a:rPr lang="en-US" b="1" dirty="0">
                <a:solidFill>
                  <a:srgbClr val="33CCCC"/>
                </a:solidFill>
              </a:rPr>
              <a:t>Florida Water Treatment</a:t>
            </a:r>
          </a:p>
          <a:p>
            <a:endParaRPr lang="en-US" dirty="0"/>
          </a:p>
          <a:p>
            <a:endParaRPr lang="en-US" dirty="0"/>
          </a:p>
          <a:p>
            <a:r>
              <a:rPr lang="en-US" dirty="0">
                <a:solidFill>
                  <a:srgbClr val="E8F4F2"/>
                </a:solidFill>
                <a:latin typeface="Calibri" pitchFamily="34" charset="0"/>
                <a:ea typeface="Calibri" pitchFamily="34" charset="-122"/>
                <a:cs typeface="Calibri" pitchFamily="34" charset="-120"/>
              </a:rPr>
              <a:t>Attacker remotely altered chemical levels to dangerous concentrations via remote access.</a:t>
            </a:r>
            <a:endParaRPr lang="en-US" dirty="0"/>
          </a:p>
          <a:p>
            <a:endParaRPr lang="en-US" dirty="0"/>
          </a:p>
        </p:txBody>
      </p:sp>
      <p:sp>
        <p:nvSpPr>
          <p:cNvPr id="18" name="TextBox 17">
            <a:extLst>
              <a:ext uri="{FF2B5EF4-FFF2-40B4-BE49-F238E27FC236}">
                <a16:creationId xmlns:a16="http://schemas.microsoft.com/office/drawing/2014/main" id="{4E164F05-02FA-63E3-D44B-01BE4EFEDF3E}"/>
              </a:ext>
            </a:extLst>
          </p:cNvPr>
          <p:cNvSpPr txBox="1"/>
          <p:nvPr/>
        </p:nvSpPr>
        <p:spPr>
          <a:xfrm>
            <a:off x="8261684" y="2406313"/>
            <a:ext cx="3759868" cy="2031325"/>
          </a:xfrm>
          <a:prstGeom prst="rect">
            <a:avLst/>
          </a:prstGeom>
          <a:noFill/>
        </p:spPr>
        <p:txBody>
          <a:bodyPr wrap="square" rtlCol="0">
            <a:spAutoFit/>
          </a:bodyPr>
          <a:lstStyle/>
          <a:p>
            <a:r>
              <a:rPr lang="en-US" b="1" dirty="0">
                <a:solidFill>
                  <a:srgbClr val="33CCCC"/>
                </a:solidFill>
              </a:rPr>
              <a:t>Growing Attack Surface</a:t>
            </a:r>
          </a:p>
          <a:p>
            <a:endParaRPr lang="en-US" dirty="0"/>
          </a:p>
          <a:p>
            <a:endParaRPr lang="en-US" dirty="0"/>
          </a:p>
          <a:p>
            <a:r>
              <a:rPr lang="en-US" dirty="0">
                <a:solidFill>
                  <a:srgbClr val="E8F4F2"/>
                </a:solidFill>
                <a:latin typeface="Calibri" pitchFamily="34" charset="0"/>
                <a:ea typeface="Calibri" pitchFamily="34" charset="-122"/>
                <a:cs typeface="Calibri" pitchFamily="34" charset="-120"/>
              </a:rPr>
              <a:t>SCADA/ICS adoption is accelerating. The protocols governing them were never designed for cybersecurity.</a:t>
            </a:r>
            <a:endParaRPr lang="en-US" dirty="0"/>
          </a:p>
          <a:p>
            <a:endParaRPr lang="en-US" dirty="0"/>
          </a:p>
        </p:txBody>
      </p:sp>
      <p:sp>
        <p:nvSpPr>
          <p:cNvPr id="21" name="Text 18">
            <a:extLst>
              <a:ext uri="{FF2B5EF4-FFF2-40B4-BE49-F238E27FC236}">
                <a16:creationId xmlns:a16="http://schemas.microsoft.com/office/drawing/2014/main" id="{A6F7CC5A-4643-8F53-A650-B0FC3413B6AE}"/>
              </a:ext>
            </a:extLst>
          </p:cNvPr>
          <p:cNvSpPr/>
          <p:nvPr/>
        </p:nvSpPr>
        <p:spPr>
          <a:xfrm>
            <a:off x="401052" y="5686534"/>
            <a:ext cx="11620500" cy="365125"/>
          </a:xfrm>
          <a:prstGeom prst="rect">
            <a:avLst/>
          </a:prstGeom>
          <a:noFill/>
          <a:ln/>
        </p:spPr>
        <p:txBody>
          <a:bodyPr wrap="square" lIns="0" tIns="0" rIns="0" bIns="0" rtlCol="0" anchor="ctr"/>
          <a:lstStyle/>
          <a:p>
            <a:pPr marL="0" indent="0">
              <a:buNone/>
            </a:pPr>
            <a:r>
              <a:rPr lang="en-US" sz="2400" i="1" dirty="0">
                <a:solidFill>
                  <a:schemeClr val="accent2">
                    <a:lumMod val="75000"/>
                  </a:schemeClr>
                </a:solidFill>
                <a:latin typeface="Calibri" pitchFamily="34" charset="0"/>
                <a:ea typeface="Calibri" pitchFamily="34" charset="-122"/>
                <a:cs typeface="Calibri" pitchFamily="34" charset="-120"/>
              </a:rPr>
              <a:t>These incidents prove that ICS vulnerabilities have real physical consequences.</a:t>
            </a:r>
            <a:endParaRPr lang="en-US" sz="2400" dirty="0">
              <a:solidFill>
                <a:schemeClr val="accent2">
                  <a:lumMod val="75000"/>
                </a:schemeClr>
              </a:solidFill>
            </a:endParaRPr>
          </a:p>
        </p:txBody>
      </p:sp>
    </p:spTree>
    <p:extLst>
      <p:ext uri="{BB962C8B-B14F-4D97-AF65-F5344CB8AC3E}">
        <p14:creationId xmlns:p14="http://schemas.microsoft.com/office/powerpoint/2010/main" val="2774587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D1C8A-EF29-42B0-71FF-BE203CF9B7F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3BA5CFB-9E04-1EAE-6A86-E6F07B266F71}"/>
              </a:ext>
            </a:extLst>
          </p:cNvPr>
          <p:cNvSpPr/>
          <p:nvPr/>
        </p:nvSpPr>
        <p:spPr>
          <a:xfrm>
            <a:off x="6400802" y="1690688"/>
            <a:ext cx="5448300" cy="4342121"/>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033D1586-13D0-49A1-113D-CB14E8DC419F}"/>
              </a:ext>
            </a:extLst>
          </p:cNvPr>
          <p:cNvSpPr/>
          <p:nvPr/>
        </p:nvSpPr>
        <p:spPr>
          <a:xfrm>
            <a:off x="643689" y="1690687"/>
            <a:ext cx="5372100" cy="4342121"/>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4204D6-29EE-6C94-3C2C-0167E1BDF2F9}"/>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Modbus Was Built for Reliability, Not Security</a:t>
            </a:r>
            <a:endParaRPr lang="en-US" dirty="0"/>
          </a:p>
        </p:txBody>
      </p:sp>
      <p:sp>
        <p:nvSpPr>
          <p:cNvPr id="7" name="Content Placeholder 6">
            <a:extLst>
              <a:ext uri="{FF2B5EF4-FFF2-40B4-BE49-F238E27FC236}">
                <a16:creationId xmlns:a16="http://schemas.microsoft.com/office/drawing/2014/main" id="{B52BBF05-57CC-D33D-DAD5-ABE705E8184F}"/>
              </a:ext>
            </a:extLst>
          </p:cNvPr>
          <p:cNvSpPr>
            <a:spLocks noGrp="1"/>
          </p:cNvSpPr>
          <p:nvPr>
            <p:ph idx="1"/>
          </p:nvPr>
        </p:nvSpPr>
        <p:spPr>
          <a:xfrm>
            <a:off x="796089" y="1825624"/>
            <a:ext cx="4995111" cy="4207184"/>
          </a:xfrm>
        </p:spPr>
        <p:txBody>
          <a:bodyPr/>
          <a:lstStyle/>
          <a:p>
            <a:r>
              <a:rPr lang="en-US" b="1" dirty="0"/>
              <a:t>Modbus Protocol</a:t>
            </a:r>
          </a:p>
          <a:p>
            <a:pPr marL="342900" indent="-342900">
              <a:buSzPct val="100000"/>
              <a:buChar char="•"/>
            </a:pPr>
            <a:r>
              <a:rPr lang="en-US" sz="2400" dirty="0">
                <a:latin typeface="Calibri" pitchFamily="34" charset="0"/>
                <a:ea typeface="Calibri" pitchFamily="34" charset="-122"/>
                <a:cs typeface="Calibri" pitchFamily="34" charset="-120"/>
              </a:rPr>
              <a:t>Developed in 1979</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Governs PLC/SCADA communication in substations</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Predictable, low-latency request-response cycles</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No built-in authentication or encryption</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Dominant in power grid environments worldwide</a:t>
            </a:r>
            <a:endParaRPr lang="en-US" sz="2400" dirty="0"/>
          </a:p>
        </p:txBody>
      </p:sp>
      <p:sp>
        <p:nvSpPr>
          <p:cNvPr id="4" name="Slide Number Placeholder 3">
            <a:extLst>
              <a:ext uri="{FF2B5EF4-FFF2-40B4-BE49-F238E27FC236}">
                <a16:creationId xmlns:a16="http://schemas.microsoft.com/office/drawing/2014/main" id="{43EDCC6D-50CD-8418-D3CC-CFCBA4BE8761}"/>
              </a:ext>
            </a:extLst>
          </p:cNvPr>
          <p:cNvSpPr>
            <a:spLocks noGrp="1"/>
          </p:cNvSpPr>
          <p:nvPr>
            <p:ph type="sldNum" sz="quarter" idx="4"/>
          </p:nvPr>
        </p:nvSpPr>
        <p:spPr/>
        <p:txBody>
          <a:bodyPr/>
          <a:lstStyle/>
          <a:p>
            <a:fld id="{933A556B-7C63-244D-9B7C-B0EA8042B330}" type="slidenum">
              <a:rPr lang="en-US" smtClean="0"/>
              <a:pPr/>
              <a:t>3</a:t>
            </a:fld>
            <a:endParaRPr lang="en-US" dirty="0"/>
          </a:p>
        </p:txBody>
      </p:sp>
      <p:sp>
        <p:nvSpPr>
          <p:cNvPr id="5" name="Content Placeholder 6">
            <a:extLst>
              <a:ext uri="{FF2B5EF4-FFF2-40B4-BE49-F238E27FC236}">
                <a16:creationId xmlns:a16="http://schemas.microsoft.com/office/drawing/2014/main" id="{E0E6B278-7220-13DB-9D4F-862B629BD680}"/>
              </a:ext>
            </a:extLst>
          </p:cNvPr>
          <p:cNvSpPr txBox="1">
            <a:spLocks/>
          </p:cNvSpPr>
          <p:nvPr/>
        </p:nvSpPr>
        <p:spPr>
          <a:xfrm>
            <a:off x="6553202" y="1825624"/>
            <a:ext cx="5067300" cy="42071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The Detection Challenge</a:t>
            </a:r>
          </a:p>
          <a:p>
            <a:pPr marL="342900" indent="-342900">
              <a:buSzPct val="100000"/>
              <a:buChar char="•"/>
            </a:pPr>
            <a:r>
              <a:rPr lang="en-US" sz="2400" dirty="0">
                <a:latin typeface="Calibri" pitchFamily="34" charset="0"/>
                <a:ea typeface="Calibri" pitchFamily="34" charset="-122"/>
                <a:cs typeface="Calibri" pitchFamily="34" charset="-120"/>
              </a:rPr>
              <a:t>Supervised models require labeled attack data</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Novel &amp; zero-day attacks won't be in training labels</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Retraining on new signatures is operationally impractical</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Our approach: train only on normal, flag deviations</a:t>
            </a:r>
            <a:endParaRPr lang="en-US" sz="2400" dirty="0"/>
          </a:p>
        </p:txBody>
      </p:sp>
    </p:spTree>
    <p:extLst>
      <p:ext uri="{BB962C8B-B14F-4D97-AF65-F5344CB8AC3E}">
        <p14:creationId xmlns:p14="http://schemas.microsoft.com/office/powerpoint/2010/main" val="3300585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FECADEB-DB56-B2D9-7A68-2F526CECBBE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24746" y="1325407"/>
            <a:ext cx="8542507" cy="4207185"/>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F96D843-CF34-7A90-E4D8-F94821A78A35}"/>
              </a:ext>
            </a:extLst>
          </p:cNvPr>
          <p:cNvSpPr>
            <a:spLocks noGrp="1"/>
          </p:cNvSpPr>
          <p:nvPr>
            <p:ph type="sldNum" sz="quarter" idx="4"/>
          </p:nvPr>
        </p:nvSpPr>
        <p:spPr>
          <a:xfrm>
            <a:off x="11188014" y="6316595"/>
            <a:ext cx="432486" cy="365125"/>
          </a:xfrm>
        </p:spPr>
        <p:txBody>
          <a:bodyPr anchor="ctr">
            <a:normAutofit/>
          </a:bodyPr>
          <a:lstStyle/>
          <a:p>
            <a:pPr>
              <a:spcAft>
                <a:spcPts val="600"/>
              </a:spcAft>
            </a:pPr>
            <a:fld id="{933A556B-7C63-244D-9B7C-B0EA8042B330}" type="slidenum">
              <a:rPr lang="en-US" smtClean="0"/>
              <a:pPr>
                <a:spcAft>
                  <a:spcPts val="600"/>
                </a:spcAft>
              </a:pPr>
              <a:t>4</a:t>
            </a:fld>
            <a:endParaRPr lang="en-US"/>
          </a:p>
        </p:txBody>
      </p:sp>
    </p:spTree>
    <p:extLst>
      <p:ext uri="{BB962C8B-B14F-4D97-AF65-F5344CB8AC3E}">
        <p14:creationId xmlns:p14="http://schemas.microsoft.com/office/powerpoint/2010/main" val="3199269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E52DA-4E5B-4213-16B5-6D6D7E4B2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87727-D95C-C2AB-566E-A59647389767}"/>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CIC Modbus Dataset 2023 / 5 Key Features </a:t>
            </a:r>
            <a:endParaRPr lang="en-US" dirty="0"/>
          </a:p>
        </p:txBody>
      </p:sp>
      <p:sp>
        <p:nvSpPr>
          <p:cNvPr id="4" name="Slide Number Placeholder 3">
            <a:extLst>
              <a:ext uri="{FF2B5EF4-FFF2-40B4-BE49-F238E27FC236}">
                <a16:creationId xmlns:a16="http://schemas.microsoft.com/office/drawing/2014/main" id="{B0F5B119-33BA-BC33-468F-461D79DC5FCB}"/>
              </a:ext>
            </a:extLst>
          </p:cNvPr>
          <p:cNvSpPr>
            <a:spLocks noGrp="1"/>
          </p:cNvSpPr>
          <p:nvPr>
            <p:ph type="sldNum" sz="quarter" idx="4"/>
          </p:nvPr>
        </p:nvSpPr>
        <p:spPr/>
        <p:txBody>
          <a:bodyPr/>
          <a:lstStyle/>
          <a:p>
            <a:fld id="{933A556B-7C63-244D-9B7C-B0EA8042B330}" type="slidenum">
              <a:rPr lang="en-US" smtClean="0"/>
              <a:pPr/>
              <a:t>5</a:t>
            </a:fld>
            <a:endParaRPr lang="en-US" dirty="0"/>
          </a:p>
        </p:txBody>
      </p:sp>
      <p:sp>
        <p:nvSpPr>
          <p:cNvPr id="6" name="Rectangle 5">
            <a:extLst>
              <a:ext uri="{FF2B5EF4-FFF2-40B4-BE49-F238E27FC236}">
                <a16:creationId xmlns:a16="http://schemas.microsoft.com/office/drawing/2014/main" id="{2765181A-AD94-D380-7CF2-3F9B063133E5}"/>
              </a:ext>
            </a:extLst>
          </p:cNvPr>
          <p:cNvSpPr/>
          <p:nvPr/>
        </p:nvSpPr>
        <p:spPr>
          <a:xfrm>
            <a:off x="6400802" y="1690688"/>
            <a:ext cx="5448300" cy="4342121"/>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78F1A28A-4EAA-AC75-A43F-5DE4DB677B50}"/>
              </a:ext>
            </a:extLst>
          </p:cNvPr>
          <p:cNvSpPr/>
          <p:nvPr/>
        </p:nvSpPr>
        <p:spPr>
          <a:xfrm>
            <a:off x="643689" y="1690687"/>
            <a:ext cx="5372100" cy="4342121"/>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6">
            <a:extLst>
              <a:ext uri="{FF2B5EF4-FFF2-40B4-BE49-F238E27FC236}">
                <a16:creationId xmlns:a16="http://schemas.microsoft.com/office/drawing/2014/main" id="{6DDB7287-3487-6F8C-8C3B-DC65B182317B}"/>
              </a:ext>
            </a:extLst>
          </p:cNvPr>
          <p:cNvSpPr>
            <a:spLocks noGrp="1"/>
          </p:cNvSpPr>
          <p:nvPr>
            <p:ph idx="1"/>
          </p:nvPr>
        </p:nvSpPr>
        <p:spPr>
          <a:xfrm>
            <a:off x="796089" y="1825624"/>
            <a:ext cx="4995111" cy="4207184"/>
          </a:xfrm>
        </p:spPr>
        <p:txBody>
          <a:bodyPr>
            <a:normAutofit/>
          </a:bodyPr>
          <a:lstStyle/>
          <a:p>
            <a:r>
              <a:rPr lang="en-US" b="1" dirty="0"/>
              <a:t>Dataset</a:t>
            </a:r>
          </a:p>
          <a:p>
            <a:pPr marL="342900" indent="-342900">
              <a:buSzPct val="100000"/>
              <a:buChar char="•"/>
            </a:pPr>
            <a:r>
              <a:rPr lang="en-US" sz="2400" dirty="0">
                <a:latin typeface="Calibri" pitchFamily="34" charset="0"/>
                <a:ea typeface="Calibri" pitchFamily="34" charset="-122"/>
                <a:cs typeface="Calibri" pitchFamily="34" charset="-120"/>
              </a:rPr>
              <a:t>9 attack categories</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3 attacker configurations:</a:t>
            </a:r>
          </a:p>
          <a:p>
            <a:pPr lvl="1" indent="-342900">
              <a:buSzPct val="100000"/>
            </a:pPr>
            <a:r>
              <a:rPr lang="en-US" dirty="0">
                <a:latin typeface="Calibri" pitchFamily="34" charset="0"/>
                <a:ea typeface="Calibri" pitchFamily="34" charset="-122"/>
                <a:cs typeface="Calibri" pitchFamily="34" charset="-120"/>
              </a:rPr>
              <a:t>External Attacker</a:t>
            </a:r>
            <a:endParaRPr lang="en-US" dirty="0"/>
          </a:p>
          <a:p>
            <a:pPr lvl="1" indent="-342900">
              <a:buSzPct val="100000"/>
            </a:pPr>
            <a:r>
              <a:rPr lang="en-US" dirty="0">
                <a:latin typeface="Calibri" pitchFamily="34" charset="0"/>
                <a:ea typeface="Calibri" pitchFamily="34" charset="-122"/>
                <a:cs typeface="Calibri" pitchFamily="34" charset="-120"/>
              </a:rPr>
              <a:t>Compromised IED</a:t>
            </a:r>
            <a:endParaRPr lang="en-US" dirty="0"/>
          </a:p>
          <a:p>
            <a:pPr lvl="1" indent="-342900">
              <a:buSzPct val="100000"/>
            </a:pPr>
            <a:r>
              <a:rPr lang="en-US" dirty="0">
                <a:latin typeface="Calibri" pitchFamily="34" charset="0"/>
                <a:ea typeface="Calibri" pitchFamily="34" charset="-122"/>
                <a:cs typeface="Calibri" pitchFamily="34" charset="-120"/>
              </a:rPr>
              <a:t>Compromised SCADA HMI</a:t>
            </a:r>
          </a:p>
          <a:p>
            <a:pPr marL="342900" indent="-342900">
              <a:buSzPct val="100000"/>
              <a:buChar char="•"/>
            </a:pPr>
            <a:r>
              <a:rPr lang="en-US" sz="2400" dirty="0">
                <a:latin typeface="Calibri" pitchFamily="34" charset="0"/>
                <a:ea typeface="Calibri" pitchFamily="34" charset="-122"/>
                <a:cs typeface="Calibri" pitchFamily="34" charset="-120"/>
              </a:rPr>
              <a:t>PCAP captures from Docker-based IED/SCADA testbed</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48 extracted features per flow, then narrowed down to 5</a:t>
            </a:r>
            <a:endParaRPr lang="en-US" sz="2400" dirty="0"/>
          </a:p>
        </p:txBody>
      </p:sp>
      <p:graphicFrame>
        <p:nvGraphicFramePr>
          <p:cNvPr id="10" name="Table 9">
            <a:extLst>
              <a:ext uri="{FF2B5EF4-FFF2-40B4-BE49-F238E27FC236}">
                <a16:creationId xmlns:a16="http://schemas.microsoft.com/office/drawing/2014/main" id="{0A2E2A33-7EF1-A239-9019-F72ABE465C7D}"/>
              </a:ext>
            </a:extLst>
          </p:cNvPr>
          <p:cNvGraphicFramePr>
            <a:graphicFrameLocks noGrp="1"/>
          </p:cNvGraphicFramePr>
          <p:nvPr>
            <p:extLst>
              <p:ext uri="{D42A27DB-BD31-4B8C-83A1-F6EECF244321}">
                <p14:modId xmlns:p14="http://schemas.microsoft.com/office/powerpoint/2010/main" val="1122989183"/>
              </p:ext>
            </p:extLst>
          </p:nvPr>
        </p:nvGraphicFramePr>
        <p:xfrm>
          <a:off x="6553200" y="2463398"/>
          <a:ext cx="5131302" cy="3311760"/>
        </p:xfrm>
        <a:graphic>
          <a:graphicData uri="http://schemas.openxmlformats.org/drawingml/2006/table">
            <a:tbl>
              <a:tblPr firstRow="1" bandRow="1">
                <a:tableStyleId>{5C22544A-7EE6-4342-B048-85BDC9FD1C3A}</a:tableStyleId>
              </a:tblPr>
              <a:tblGrid>
                <a:gridCol w="2799347">
                  <a:extLst>
                    <a:ext uri="{9D8B030D-6E8A-4147-A177-3AD203B41FA5}">
                      <a16:colId xmlns:a16="http://schemas.microsoft.com/office/drawing/2014/main" val="4053904687"/>
                    </a:ext>
                  </a:extLst>
                </a:gridCol>
                <a:gridCol w="2331955">
                  <a:extLst>
                    <a:ext uri="{9D8B030D-6E8A-4147-A177-3AD203B41FA5}">
                      <a16:colId xmlns:a16="http://schemas.microsoft.com/office/drawing/2014/main" val="1675545869"/>
                    </a:ext>
                  </a:extLst>
                </a:gridCol>
              </a:tblGrid>
              <a:tr h="545645">
                <a:tc>
                  <a:txBody>
                    <a:bodyPr/>
                    <a:lstStyle/>
                    <a:p>
                      <a:r>
                        <a:rPr lang="en-US" sz="2000" dirty="0"/>
                        <a:t>Feature</a:t>
                      </a:r>
                    </a:p>
                  </a:txBody>
                  <a:tcP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bg2"/>
                          </a:solidFill>
                        </a:rPr>
                        <a:t>Correlation </a:t>
                      </a:r>
                      <a:r>
                        <a:rPr lang="en-US" sz="2000" b="1" dirty="0">
                          <a:solidFill>
                            <a:schemeClr val="bg2"/>
                          </a:solidFill>
                          <a:latin typeface="Calibri" pitchFamily="34" charset="0"/>
                          <a:ea typeface="Calibri" pitchFamily="34" charset="-122"/>
                          <a:cs typeface="Calibri" pitchFamily="34" charset="-120"/>
                        </a:rPr>
                        <a:t>|ρ|</a:t>
                      </a:r>
                      <a:endParaRPr lang="en-US" sz="2000" dirty="0">
                        <a:solidFill>
                          <a:schemeClr val="bg2"/>
                        </a:solidFill>
                        <a:latin typeface="Calibri" charset="0"/>
                        <a:ea typeface="Calibri" charset="0"/>
                        <a:cs typeface="Calibri" charset="0"/>
                      </a:endParaRPr>
                    </a:p>
                  </a:txBody>
                  <a:tcPr/>
                </a:tc>
                <a:extLst>
                  <a:ext uri="{0D108BD9-81ED-4DB2-BD59-A6C34878D82A}">
                    <a16:rowId xmlns:a16="http://schemas.microsoft.com/office/drawing/2014/main" val="2027025860"/>
                  </a:ext>
                </a:extLst>
              </a:tr>
              <a:tr h="553223">
                <a:tc>
                  <a:txBody>
                    <a:bodyPr/>
                    <a:lstStyle/>
                    <a:p>
                      <a:r>
                        <a:rPr lang="en-US" dirty="0" err="1">
                          <a:latin typeface="Cascadia Code" panose="020B0609020000020004" pitchFamily="49" charset="0"/>
                          <a:cs typeface="Cascadia Code" panose="020B0609020000020004" pitchFamily="49" charset="0"/>
                        </a:rPr>
                        <a:t>bit_count</a:t>
                      </a:r>
                      <a:endParaRPr lang="en-US" dirty="0">
                        <a:latin typeface="Cascadia Code" panose="020B0609020000020004" pitchFamily="49" charset="0"/>
                        <a:cs typeface="Cascadia Code" panose="020B0609020000020004" pitchFamily="49" charset="0"/>
                      </a:endParaRPr>
                    </a:p>
                  </a:txBody>
                  <a:tcPr/>
                </a:tc>
                <a:tc>
                  <a:txBody>
                    <a:bodyPr/>
                    <a:lstStyle/>
                    <a:p>
                      <a:r>
                        <a:rPr lang="en-US" dirty="0">
                          <a:latin typeface="Cascadia Code" panose="020B0609020000020004" pitchFamily="49" charset="0"/>
                          <a:cs typeface="Cascadia Code" panose="020B0609020000020004" pitchFamily="49" charset="0"/>
                        </a:rPr>
                        <a:t>0.982</a:t>
                      </a:r>
                    </a:p>
                  </a:txBody>
                  <a:tcPr/>
                </a:tc>
                <a:extLst>
                  <a:ext uri="{0D108BD9-81ED-4DB2-BD59-A6C34878D82A}">
                    <a16:rowId xmlns:a16="http://schemas.microsoft.com/office/drawing/2014/main" val="168007534"/>
                  </a:ext>
                </a:extLst>
              </a:tr>
              <a:tr h="553223">
                <a:tc>
                  <a:txBody>
                    <a:bodyPr/>
                    <a:lstStyle/>
                    <a:p>
                      <a:r>
                        <a:rPr lang="en-US" dirty="0" err="1">
                          <a:latin typeface="Cascadia Code" panose="020B0609020000020004" pitchFamily="49" charset="0"/>
                          <a:cs typeface="Cascadia Code" panose="020B0609020000020004" pitchFamily="49" charset="0"/>
                        </a:rPr>
                        <a:t>reference_num</a:t>
                      </a:r>
                      <a:endParaRPr lang="en-US" dirty="0">
                        <a:latin typeface="Cascadia Code" panose="020B0609020000020004" pitchFamily="49" charset="0"/>
                        <a:cs typeface="Cascadia Code" panose="020B0609020000020004" pitchFamily="49" charset="0"/>
                      </a:endParaRPr>
                    </a:p>
                  </a:txBody>
                  <a:tcPr/>
                </a:tc>
                <a:tc>
                  <a:txBody>
                    <a:bodyPr/>
                    <a:lstStyle/>
                    <a:p>
                      <a:r>
                        <a:rPr lang="en-US" dirty="0">
                          <a:latin typeface="Cascadia Code" panose="020B0609020000020004" pitchFamily="49" charset="0"/>
                          <a:cs typeface="Cascadia Code" panose="020B0609020000020004" pitchFamily="49" charset="0"/>
                        </a:rPr>
                        <a:t>0.976</a:t>
                      </a:r>
                    </a:p>
                  </a:txBody>
                  <a:tcPr/>
                </a:tc>
                <a:extLst>
                  <a:ext uri="{0D108BD9-81ED-4DB2-BD59-A6C34878D82A}">
                    <a16:rowId xmlns:a16="http://schemas.microsoft.com/office/drawing/2014/main" val="2259977214"/>
                  </a:ext>
                </a:extLst>
              </a:tr>
              <a:tr h="553223">
                <a:tc>
                  <a:txBody>
                    <a:bodyPr/>
                    <a:lstStyle/>
                    <a:p>
                      <a:r>
                        <a:rPr lang="en-US" dirty="0" err="1">
                          <a:latin typeface="Cascadia Code" panose="020B0609020000020004" pitchFamily="49" charset="0"/>
                          <a:cs typeface="Cascadia Code" panose="020B0609020000020004" pitchFamily="49" charset="0"/>
                        </a:rPr>
                        <a:t>word_count</a:t>
                      </a:r>
                      <a:endParaRPr lang="en-US" dirty="0">
                        <a:latin typeface="Cascadia Code" panose="020B0609020000020004" pitchFamily="49" charset="0"/>
                        <a:cs typeface="Cascadia Code" panose="020B0609020000020004" pitchFamily="49" charset="0"/>
                      </a:endParaRPr>
                    </a:p>
                  </a:txBody>
                  <a:tcPr/>
                </a:tc>
                <a:tc>
                  <a:txBody>
                    <a:bodyPr/>
                    <a:lstStyle/>
                    <a:p>
                      <a:r>
                        <a:rPr lang="en-US" dirty="0">
                          <a:latin typeface="Cascadia Code" panose="020B0609020000020004" pitchFamily="49" charset="0"/>
                          <a:cs typeface="Cascadia Code" panose="020B0609020000020004" pitchFamily="49" charset="0"/>
                        </a:rPr>
                        <a:t>0.961</a:t>
                      </a:r>
                    </a:p>
                  </a:txBody>
                  <a:tcPr/>
                </a:tc>
                <a:extLst>
                  <a:ext uri="{0D108BD9-81ED-4DB2-BD59-A6C34878D82A}">
                    <a16:rowId xmlns:a16="http://schemas.microsoft.com/office/drawing/2014/main" val="987314341"/>
                  </a:ext>
                </a:extLst>
              </a:tr>
              <a:tr h="553223">
                <a:tc>
                  <a:txBody>
                    <a:bodyPr/>
                    <a:lstStyle/>
                    <a:p>
                      <a:r>
                        <a:rPr lang="en-US" dirty="0" err="1">
                          <a:latin typeface="Cascadia Code" panose="020B0609020000020004" pitchFamily="49" charset="0"/>
                          <a:cs typeface="Cascadia Code" panose="020B0609020000020004" pitchFamily="49" charset="0"/>
                        </a:rPr>
                        <a:t>function_code</a:t>
                      </a:r>
                      <a:endParaRPr lang="en-US" dirty="0">
                        <a:latin typeface="Cascadia Code" panose="020B0609020000020004" pitchFamily="49" charset="0"/>
                        <a:cs typeface="Cascadia Code" panose="020B0609020000020004" pitchFamily="49" charset="0"/>
                      </a:endParaRPr>
                    </a:p>
                  </a:txBody>
                  <a:tcPr/>
                </a:tc>
                <a:tc>
                  <a:txBody>
                    <a:bodyPr/>
                    <a:lstStyle/>
                    <a:p>
                      <a:r>
                        <a:rPr lang="en-US" dirty="0">
                          <a:latin typeface="Cascadia Code" panose="020B0609020000020004" pitchFamily="49" charset="0"/>
                          <a:cs typeface="Cascadia Code" panose="020B0609020000020004" pitchFamily="49" charset="0"/>
                        </a:rPr>
                        <a:t>0.920</a:t>
                      </a:r>
                    </a:p>
                  </a:txBody>
                  <a:tcPr/>
                </a:tc>
                <a:extLst>
                  <a:ext uri="{0D108BD9-81ED-4DB2-BD59-A6C34878D82A}">
                    <a16:rowId xmlns:a16="http://schemas.microsoft.com/office/drawing/2014/main" val="3526323209"/>
                  </a:ext>
                </a:extLst>
              </a:tr>
              <a:tr h="553223">
                <a:tc>
                  <a:txBody>
                    <a:bodyPr/>
                    <a:lstStyle/>
                    <a:p>
                      <a:r>
                        <a:rPr lang="en-US" sz="1600" dirty="0" err="1">
                          <a:latin typeface="Cascadia Code" panose="020B0609020000020004" pitchFamily="49" charset="0"/>
                          <a:cs typeface="Cascadia Code" panose="020B0609020000020004" pitchFamily="49" charset="0"/>
                        </a:rPr>
                        <a:t>requests</a:t>
                      </a:r>
                      <a:r>
                        <a:rPr lang="en-US" dirty="0" err="1">
                          <a:latin typeface="Cascadia Code" panose="020B0609020000020004" pitchFamily="49" charset="0"/>
                          <a:cs typeface="Cascadia Code" panose="020B0609020000020004" pitchFamily="49" charset="0"/>
                        </a:rPr>
                        <a:t>_per_second</a:t>
                      </a:r>
                      <a:endParaRPr lang="en-US" dirty="0">
                        <a:latin typeface="Cascadia Code" panose="020B0609020000020004" pitchFamily="49" charset="0"/>
                        <a:cs typeface="Cascadia Code" panose="020B0609020000020004" pitchFamily="49" charset="0"/>
                      </a:endParaRPr>
                    </a:p>
                  </a:txBody>
                  <a:tcPr/>
                </a:tc>
                <a:tc>
                  <a:txBody>
                    <a:bodyPr/>
                    <a:lstStyle/>
                    <a:p>
                      <a:r>
                        <a:rPr lang="en-US" dirty="0">
                          <a:latin typeface="Cascadia Code" panose="020B0609020000020004" pitchFamily="49" charset="0"/>
                          <a:cs typeface="Cascadia Code" panose="020B0609020000020004" pitchFamily="49" charset="0"/>
                        </a:rPr>
                        <a:t>0.864</a:t>
                      </a:r>
                    </a:p>
                  </a:txBody>
                  <a:tcPr/>
                </a:tc>
                <a:extLst>
                  <a:ext uri="{0D108BD9-81ED-4DB2-BD59-A6C34878D82A}">
                    <a16:rowId xmlns:a16="http://schemas.microsoft.com/office/drawing/2014/main" val="165322540"/>
                  </a:ext>
                </a:extLst>
              </a:tr>
            </a:tbl>
          </a:graphicData>
        </a:graphic>
      </p:graphicFrame>
      <p:sp>
        <p:nvSpPr>
          <p:cNvPr id="11" name="Content Placeholder 6">
            <a:extLst>
              <a:ext uri="{FF2B5EF4-FFF2-40B4-BE49-F238E27FC236}">
                <a16:creationId xmlns:a16="http://schemas.microsoft.com/office/drawing/2014/main" id="{BF4C93D7-C5C2-205E-D557-FB0414083985}"/>
              </a:ext>
            </a:extLst>
          </p:cNvPr>
          <p:cNvSpPr txBox="1">
            <a:spLocks/>
          </p:cNvSpPr>
          <p:nvPr/>
        </p:nvSpPr>
        <p:spPr>
          <a:xfrm>
            <a:off x="6553200" y="1827295"/>
            <a:ext cx="4995111" cy="42071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Top 5 Features (Spearman p)</a:t>
            </a:r>
          </a:p>
        </p:txBody>
      </p:sp>
    </p:spTree>
    <p:extLst>
      <p:ext uri="{BB962C8B-B14F-4D97-AF65-F5344CB8AC3E}">
        <p14:creationId xmlns:p14="http://schemas.microsoft.com/office/powerpoint/2010/main" val="4199300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693F78-D76B-C56B-33C0-B4A8249F73CD}"/>
              </a:ext>
            </a:extLst>
          </p:cNvPr>
          <p:cNvSpPr>
            <a:spLocks noGrp="1"/>
          </p:cNvSpPr>
          <p:nvPr>
            <p:ph type="sldNum" sz="quarter" idx="4"/>
          </p:nvPr>
        </p:nvSpPr>
        <p:spPr/>
        <p:txBody>
          <a:bodyPr/>
          <a:lstStyle/>
          <a:p>
            <a:fld id="{933A556B-7C63-244D-9B7C-B0EA8042B330}" type="slidenum">
              <a:rPr lang="en-US" smtClean="0"/>
              <a:pPr/>
              <a:t>6</a:t>
            </a:fld>
            <a:endParaRPr lang="en-US" sz="1000" dirty="0"/>
          </a:p>
        </p:txBody>
      </p:sp>
      <p:pic>
        <p:nvPicPr>
          <p:cNvPr id="6" name="Picture 5">
            <a:extLst>
              <a:ext uri="{FF2B5EF4-FFF2-40B4-BE49-F238E27FC236}">
                <a16:creationId xmlns:a16="http://schemas.microsoft.com/office/drawing/2014/main" id="{D4839A2D-4B06-B190-24F1-6619C6B5D5CD}"/>
              </a:ext>
            </a:extLst>
          </p:cNvPr>
          <p:cNvPicPr>
            <a:picLocks noChangeAspect="1"/>
          </p:cNvPicPr>
          <p:nvPr/>
        </p:nvPicPr>
        <p:blipFill>
          <a:blip r:embed="rId2"/>
          <a:stretch>
            <a:fillRect/>
          </a:stretch>
        </p:blipFill>
        <p:spPr>
          <a:xfrm>
            <a:off x="1117083" y="731514"/>
            <a:ext cx="9043434" cy="5394971"/>
          </a:xfrm>
          <a:prstGeom prst="rect">
            <a:avLst/>
          </a:prstGeom>
        </p:spPr>
      </p:pic>
    </p:spTree>
    <p:extLst>
      <p:ext uri="{BB962C8B-B14F-4D97-AF65-F5344CB8AC3E}">
        <p14:creationId xmlns:p14="http://schemas.microsoft.com/office/powerpoint/2010/main" val="831429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C9F49-8EB7-D025-65F7-682A6B41F2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CE6F7-374F-8AD0-F30E-6DC4905D7C9E}"/>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LSTM Autoencoder Architecture</a:t>
            </a:r>
            <a:endParaRPr lang="en-US" dirty="0"/>
          </a:p>
        </p:txBody>
      </p:sp>
      <p:sp>
        <p:nvSpPr>
          <p:cNvPr id="4" name="Slide Number Placeholder 3">
            <a:extLst>
              <a:ext uri="{FF2B5EF4-FFF2-40B4-BE49-F238E27FC236}">
                <a16:creationId xmlns:a16="http://schemas.microsoft.com/office/drawing/2014/main" id="{4C10A0E8-E2E9-8D75-936C-63982CA9B94F}"/>
              </a:ext>
            </a:extLst>
          </p:cNvPr>
          <p:cNvSpPr>
            <a:spLocks noGrp="1"/>
          </p:cNvSpPr>
          <p:nvPr>
            <p:ph type="sldNum" sz="quarter" idx="4"/>
          </p:nvPr>
        </p:nvSpPr>
        <p:spPr/>
        <p:txBody>
          <a:bodyPr/>
          <a:lstStyle/>
          <a:p>
            <a:fld id="{933A556B-7C63-244D-9B7C-B0EA8042B330}" type="slidenum">
              <a:rPr lang="en-US" smtClean="0"/>
              <a:pPr/>
              <a:t>7</a:t>
            </a:fld>
            <a:endParaRPr lang="en-US" dirty="0"/>
          </a:p>
        </p:txBody>
      </p:sp>
      <p:sp>
        <p:nvSpPr>
          <p:cNvPr id="46" name="Rectangle 45">
            <a:extLst>
              <a:ext uri="{FF2B5EF4-FFF2-40B4-BE49-F238E27FC236}">
                <a16:creationId xmlns:a16="http://schemas.microsoft.com/office/drawing/2014/main" id="{74437036-B70B-D1C8-DEDD-D2BDA26F1ECE}"/>
              </a:ext>
            </a:extLst>
          </p:cNvPr>
          <p:cNvSpPr/>
          <p:nvPr/>
        </p:nvSpPr>
        <p:spPr>
          <a:xfrm>
            <a:off x="371475" y="1690687"/>
            <a:ext cx="11449050" cy="4036345"/>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7EBD288-4A04-E931-44BE-93E69889A3C4}"/>
              </a:ext>
            </a:extLst>
          </p:cNvPr>
          <p:cNvSpPr/>
          <p:nvPr/>
        </p:nvSpPr>
        <p:spPr>
          <a:xfrm>
            <a:off x="523874" y="1873600"/>
            <a:ext cx="2235869" cy="3555955"/>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8ED1ED55-00DD-F764-39C2-ACB5D3DF43BD}"/>
              </a:ext>
            </a:extLst>
          </p:cNvPr>
          <p:cNvSpPr/>
          <p:nvPr/>
        </p:nvSpPr>
        <p:spPr>
          <a:xfrm>
            <a:off x="2959768" y="1873603"/>
            <a:ext cx="2235869" cy="3555955"/>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DD1E630-C5E0-DDDE-FC0E-9FEDBA289542}"/>
              </a:ext>
            </a:extLst>
          </p:cNvPr>
          <p:cNvSpPr/>
          <p:nvPr/>
        </p:nvSpPr>
        <p:spPr>
          <a:xfrm>
            <a:off x="5348037" y="1873602"/>
            <a:ext cx="2235869" cy="355595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A04253EA-4A97-5499-C4A4-1CCC53A6AD2B}"/>
              </a:ext>
            </a:extLst>
          </p:cNvPr>
          <p:cNvSpPr/>
          <p:nvPr/>
        </p:nvSpPr>
        <p:spPr>
          <a:xfrm>
            <a:off x="7736306" y="1873601"/>
            <a:ext cx="2235869" cy="3555955"/>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C17A7673-36B9-77F5-57FF-6E6F21BF18C3}"/>
              </a:ext>
            </a:extLst>
          </p:cNvPr>
          <p:cNvSpPr/>
          <p:nvPr/>
        </p:nvSpPr>
        <p:spPr>
          <a:xfrm>
            <a:off x="10124575" y="1888787"/>
            <a:ext cx="1495925" cy="3555955"/>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E94BEB5D-072D-0D11-5FD1-7374A7489922}"/>
              </a:ext>
            </a:extLst>
          </p:cNvPr>
          <p:cNvSpPr txBox="1"/>
          <p:nvPr/>
        </p:nvSpPr>
        <p:spPr>
          <a:xfrm>
            <a:off x="3051759" y="2070552"/>
            <a:ext cx="2051886" cy="1846659"/>
          </a:xfrm>
          <a:prstGeom prst="rect">
            <a:avLst/>
          </a:prstGeom>
          <a:noFill/>
        </p:spPr>
        <p:txBody>
          <a:bodyPr wrap="square" rtlCol="0">
            <a:spAutoFit/>
          </a:bodyPr>
          <a:lstStyle/>
          <a:p>
            <a:pPr algn="ctr"/>
            <a:r>
              <a:rPr lang="en-US" b="1" dirty="0">
                <a:solidFill>
                  <a:schemeClr val="bg2"/>
                </a:solidFill>
              </a:rPr>
              <a:t>LSTM</a:t>
            </a:r>
          </a:p>
          <a:p>
            <a:pPr algn="ctr"/>
            <a:r>
              <a:rPr lang="en-US" b="1" dirty="0">
                <a:solidFill>
                  <a:schemeClr val="bg2"/>
                </a:solidFill>
              </a:rPr>
              <a:t>Encoder</a:t>
            </a:r>
          </a:p>
          <a:p>
            <a:pPr algn="ctr"/>
            <a:endParaRPr lang="en-US" dirty="0">
              <a:solidFill>
                <a:schemeClr val="bg2"/>
              </a:solidFill>
            </a:endParaRPr>
          </a:p>
          <a:p>
            <a:pPr algn="ctr"/>
            <a:endParaRPr lang="en-US" dirty="0">
              <a:solidFill>
                <a:schemeClr val="bg2"/>
              </a:solidFill>
            </a:endParaRPr>
          </a:p>
          <a:p>
            <a:pPr algn="ctr"/>
            <a:r>
              <a:rPr lang="en-US" sz="1400" dirty="0">
                <a:solidFill>
                  <a:schemeClr val="bg2"/>
                </a:solidFill>
              </a:rPr>
              <a:t>2-layer, hidden=64,</a:t>
            </a:r>
          </a:p>
          <a:p>
            <a:pPr algn="ctr"/>
            <a:r>
              <a:rPr lang="en-US" sz="1400" dirty="0">
                <a:solidFill>
                  <a:schemeClr val="bg2"/>
                </a:solidFill>
              </a:rPr>
              <a:t>Compresses to latent vector</a:t>
            </a:r>
          </a:p>
        </p:txBody>
      </p:sp>
      <p:sp>
        <p:nvSpPr>
          <p:cNvPr id="61" name="TextBox 60">
            <a:extLst>
              <a:ext uri="{FF2B5EF4-FFF2-40B4-BE49-F238E27FC236}">
                <a16:creationId xmlns:a16="http://schemas.microsoft.com/office/drawing/2014/main" id="{976BB21F-5B62-D9C4-A28A-6E2B88DCF743}"/>
              </a:ext>
            </a:extLst>
          </p:cNvPr>
          <p:cNvSpPr txBox="1"/>
          <p:nvPr/>
        </p:nvSpPr>
        <p:spPr>
          <a:xfrm>
            <a:off x="626643" y="2082584"/>
            <a:ext cx="2051886" cy="1415772"/>
          </a:xfrm>
          <a:prstGeom prst="rect">
            <a:avLst/>
          </a:prstGeom>
          <a:noFill/>
        </p:spPr>
        <p:txBody>
          <a:bodyPr wrap="square" rtlCol="0">
            <a:spAutoFit/>
          </a:bodyPr>
          <a:lstStyle/>
          <a:p>
            <a:pPr algn="ctr"/>
            <a:r>
              <a:rPr lang="en-US" b="1" dirty="0">
                <a:solidFill>
                  <a:schemeClr val="bg2"/>
                </a:solidFill>
              </a:rPr>
              <a:t>Input</a:t>
            </a:r>
            <a:br>
              <a:rPr lang="en-US" b="1" dirty="0">
                <a:solidFill>
                  <a:schemeClr val="bg2"/>
                </a:solidFill>
              </a:rPr>
            </a:br>
            <a:r>
              <a:rPr lang="en-US" b="1" dirty="0">
                <a:solidFill>
                  <a:schemeClr val="bg2"/>
                </a:solidFill>
              </a:rPr>
              <a:t>Sequence</a:t>
            </a:r>
          </a:p>
          <a:p>
            <a:pPr algn="ctr"/>
            <a:endParaRPr lang="en-US" dirty="0">
              <a:solidFill>
                <a:schemeClr val="bg2"/>
              </a:solidFill>
            </a:endParaRPr>
          </a:p>
          <a:p>
            <a:pPr algn="ctr"/>
            <a:endParaRPr lang="en-US" dirty="0">
              <a:solidFill>
                <a:schemeClr val="bg2"/>
              </a:solidFill>
            </a:endParaRPr>
          </a:p>
          <a:p>
            <a:pPr algn="ctr"/>
            <a:r>
              <a:rPr lang="en-US" sz="1400" dirty="0">
                <a:solidFill>
                  <a:schemeClr val="bg2"/>
                </a:solidFill>
              </a:rPr>
              <a:t>50 packets x 5 features</a:t>
            </a:r>
          </a:p>
        </p:txBody>
      </p:sp>
      <p:sp>
        <p:nvSpPr>
          <p:cNvPr id="62" name="TextBox 61">
            <a:extLst>
              <a:ext uri="{FF2B5EF4-FFF2-40B4-BE49-F238E27FC236}">
                <a16:creationId xmlns:a16="http://schemas.microsoft.com/office/drawing/2014/main" id="{4099C800-221E-81FA-C0FA-BF4F27D50F15}"/>
              </a:ext>
            </a:extLst>
          </p:cNvPr>
          <p:cNvSpPr txBox="1"/>
          <p:nvPr/>
        </p:nvSpPr>
        <p:spPr>
          <a:xfrm>
            <a:off x="5443788" y="2082584"/>
            <a:ext cx="2051886" cy="1846659"/>
          </a:xfrm>
          <a:prstGeom prst="rect">
            <a:avLst/>
          </a:prstGeom>
          <a:noFill/>
        </p:spPr>
        <p:txBody>
          <a:bodyPr wrap="square" rtlCol="0">
            <a:spAutoFit/>
          </a:bodyPr>
          <a:lstStyle/>
          <a:p>
            <a:pPr algn="ctr"/>
            <a:r>
              <a:rPr lang="en-US" b="1" dirty="0">
                <a:solidFill>
                  <a:schemeClr val="bg2"/>
                </a:solidFill>
              </a:rPr>
              <a:t>Latent Vector</a:t>
            </a:r>
          </a:p>
          <a:p>
            <a:pPr algn="ctr"/>
            <a:endParaRPr lang="en-US" dirty="0">
              <a:solidFill>
                <a:schemeClr val="bg2"/>
              </a:solidFill>
            </a:endParaRPr>
          </a:p>
          <a:p>
            <a:pPr algn="ctr"/>
            <a:endParaRPr lang="en-US" dirty="0">
              <a:solidFill>
                <a:schemeClr val="bg2"/>
              </a:solidFill>
            </a:endParaRPr>
          </a:p>
          <a:p>
            <a:pPr algn="ctr"/>
            <a:endParaRPr lang="en-US" dirty="0">
              <a:solidFill>
                <a:schemeClr val="bg2"/>
              </a:solidFill>
            </a:endParaRPr>
          </a:p>
          <a:p>
            <a:pPr algn="ctr"/>
            <a:r>
              <a:rPr lang="en-US" sz="1400" dirty="0">
                <a:solidFill>
                  <a:schemeClr val="bg2"/>
                </a:solidFill>
              </a:rPr>
              <a:t>Fixed-length representation of normal behavior</a:t>
            </a:r>
          </a:p>
        </p:txBody>
      </p:sp>
      <p:sp>
        <p:nvSpPr>
          <p:cNvPr id="63" name="TextBox 62">
            <a:extLst>
              <a:ext uri="{FF2B5EF4-FFF2-40B4-BE49-F238E27FC236}">
                <a16:creationId xmlns:a16="http://schemas.microsoft.com/office/drawing/2014/main" id="{ABE3AE30-36F0-E3CA-66AD-A107BCF5B5CF}"/>
              </a:ext>
            </a:extLst>
          </p:cNvPr>
          <p:cNvSpPr txBox="1"/>
          <p:nvPr/>
        </p:nvSpPr>
        <p:spPr>
          <a:xfrm>
            <a:off x="7828297" y="2082584"/>
            <a:ext cx="2051886" cy="1631216"/>
          </a:xfrm>
          <a:prstGeom prst="rect">
            <a:avLst/>
          </a:prstGeom>
          <a:noFill/>
        </p:spPr>
        <p:txBody>
          <a:bodyPr wrap="square" rtlCol="0">
            <a:spAutoFit/>
          </a:bodyPr>
          <a:lstStyle/>
          <a:p>
            <a:pPr algn="ctr"/>
            <a:r>
              <a:rPr lang="en-US" b="1" dirty="0">
                <a:solidFill>
                  <a:schemeClr val="bg2"/>
                </a:solidFill>
              </a:rPr>
              <a:t>LSTM </a:t>
            </a:r>
          </a:p>
          <a:p>
            <a:pPr algn="ctr"/>
            <a:r>
              <a:rPr lang="en-US" b="1" dirty="0">
                <a:solidFill>
                  <a:schemeClr val="bg2"/>
                </a:solidFill>
              </a:rPr>
              <a:t>Decoder</a:t>
            </a:r>
          </a:p>
          <a:p>
            <a:pPr algn="ctr"/>
            <a:endParaRPr lang="en-US" dirty="0">
              <a:solidFill>
                <a:schemeClr val="bg2"/>
              </a:solidFill>
            </a:endParaRPr>
          </a:p>
          <a:p>
            <a:pPr algn="ctr"/>
            <a:endParaRPr lang="en-US" dirty="0">
              <a:solidFill>
                <a:schemeClr val="bg2"/>
              </a:solidFill>
            </a:endParaRPr>
          </a:p>
          <a:p>
            <a:pPr algn="ctr"/>
            <a:r>
              <a:rPr lang="en-US" sz="1400" dirty="0">
                <a:solidFill>
                  <a:schemeClr val="bg2"/>
                </a:solidFill>
              </a:rPr>
              <a:t>2-layer, reconstructs original sequence</a:t>
            </a:r>
          </a:p>
        </p:txBody>
      </p:sp>
      <p:sp>
        <p:nvSpPr>
          <p:cNvPr id="64" name="TextBox 63">
            <a:extLst>
              <a:ext uri="{FF2B5EF4-FFF2-40B4-BE49-F238E27FC236}">
                <a16:creationId xmlns:a16="http://schemas.microsoft.com/office/drawing/2014/main" id="{B16AFECA-ED22-3440-264F-2AFAC79C425D}"/>
              </a:ext>
            </a:extLst>
          </p:cNvPr>
          <p:cNvSpPr txBox="1"/>
          <p:nvPr/>
        </p:nvSpPr>
        <p:spPr>
          <a:xfrm>
            <a:off x="10203355" y="2127834"/>
            <a:ext cx="1338364" cy="2031325"/>
          </a:xfrm>
          <a:prstGeom prst="rect">
            <a:avLst/>
          </a:prstGeom>
          <a:noFill/>
        </p:spPr>
        <p:txBody>
          <a:bodyPr wrap="square" rtlCol="0">
            <a:spAutoFit/>
          </a:bodyPr>
          <a:lstStyle/>
          <a:p>
            <a:endParaRPr lang="en-US" dirty="0"/>
          </a:p>
          <a:p>
            <a:endParaRPr lang="en-US" dirty="0"/>
          </a:p>
          <a:p>
            <a:endParaRPr lang="en-US" dirty="0"/>
          </a:p>
          <a:p>
            <a:endParaRPr lang="en-US" dirty="0"/>
          </a:p>
          <a:p>
            <a:pPr algn="ctr"/>
            <a:r>
              <a:rPr lang="en-US" b="1" dirty="0">
                <a:solidFill>
                  <a:schemeClr val="bg2"/>
                </a:solidFill>
              </a:rPr>
              <a:t>MSE</a:t>
            </a:r>
          </a:p>
          <a:p>
            <a:pPr algn="ctr"/>
            <a:r>
              <a:rPr lang="en-US" b="1" dirty="0">
                <a:solidFill>
                  <a:schemeClr val="bg2"/>
                </a:solidFill>
              </a:rPr>
              <a:t>Error</a:t>
            </a:r>
          </a:p>
          <a:p>
            <a:pPr algn="ctr"/>
            <a:r>
              <a:rPr lang="en-US" b="1" dirty="0">
                <a:solidFill>
                  <a:schemeClr val="bg2"/>
                </a:solidFill>
              </a:rPr>
              <a:t>Score</a:t>
            </a:r>
          </a:p>
        </p:txBody>
      </p:sp>
    </p:spTree>
    <p:extLst>
      <p:ext uri="{BB962C8B-B14F-4D97-AF65-F5344CB8AC3E}">
        <p14:creationId xmlns:p14="http://schemas.microsoft.com/office/powerpoint/2010/main" val="1004203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AD679-4FAC-6199-D4C2-716082BCC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93A7C-815A-0116-7117-0E90C34AB929}"/>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LSTM Autoencoder Architecture cont.</a:t>
            </a:r>
            <a:endParaRPr lang="en-US" dirty="0"/>
          </a:p>
        </p:txBody>
      </p:sp>
      <p:sp>
        <p:nvSpPr>
          <p:cNvPr id="4" name="Slide Number Placeholder 3">
            <a:extLst>
              <a:ext uri="{FF2B5EF4-FFF2-40B4-BE49-F238E27FC236}">
                <a16:creationId xmlns:a16="http://schemas.microsoft.com/office/drawing/2014/main" id="{3D265B6B-8E8D-EBA4-DCBC-5AEF40B53B6E}"/>
              </a:ext>
            </a:extLst>
          </p:cNvPr>
          <p:cNvSpPr>
            <a:spLocks noGrp="1"/>
          </p:cNvSpPr>
          <p:nvPr>
            <p:ph type="sldNum" sz="quarter" idx="4"/>
          </p:nvPr>
        </p:nvSpPr>
        <p:spPr/>
        <p:txBody>
          <a:bodyPr/>
          <a:lstStyle/>
          <a:p>
            <a:fld id="{933A556B-7C63-244D-9B7C-B0EA8042B330}" type="slidenum">
              <a:rPr lang="en-US" smtClean="0"/>
              <a:pPr/>
              <a:t>8</a:t>
            </a:fld>
            <a:endParaRPr lang="en-US" dirty="0"/>
          </a:p>
        </p:txBody>
      </p:sp>
      <p:pic>
        <p:nvPicPr>
          <p:cNvPr id="12" name="Picture 11">
            <a:extLst>
              <a:ext uri="{FF2B5EF4-FFF2-40B4-BE49-F238E27FC236}">
                <a16:creationId xmlns:a16="http://schemas.microsoft.com/office/drawing/2014/main" id="{65CB77B0-40CC-D994-110F-0F10B188B1D9}"/>
              </a:ext>
            </a:extLst>
          </p:cNvPr>
          <p:cNvPicPr>
            <a:picLocks noChangeAspect="1"/>
          </p:cNvPicPr>
          <p:nvPr/>
        </p:nvPicPr>
        <p:blipFill>
          <a:blip r:embed="rId2"/>
          <a:srcRect t="22727" b="5324"/>
          <a:stretch>
            <a:fillRect/>
          </a:stretch>
        </p:blipFill>
        <p:spPr>
          <a:xfrm>
            <a:off x="322119" y="2168670"/>
            <a:ext cx="8066809" cy="3869307"/>
          </a:xfrm>
          <a:prstGeom prst="rect">
            <a:avLst/>
          </a:prstGeom>
        </p:spPr>
      </p:pic>
      <p:sp>
        <p:nvSpPr>
          <p:cNvPr id="13" name="Rectangle 12">
            <a:extLst>
              <a:ext uri="{FF2B5EF4-FFF2-40B4-BE49-F238E27FC236}">
                <a16:creationId xmlns:a16="http://schemas.microsoft.com/office/drawing/2014/main" id="{C03D274A-5B0C-FBB4-F324-3C7C160C90CE}"/>
              </a:ext>
            </a:extLst>
          </p:cNvPr>
          <p:cNvSpPr/>
          <p:nvPr/>
        </p:nvSpPr>
        <p:spPr>
          <a:xfrm>
            <a:off x="8821883" y="1879930"/>
            <a:ext cx="3007471" cy="4083990"/>
          </a:xfrm>
          <a:prstGeom prst="rect">
            <a:avLst/>
          </a:prstGeom>
          <a:solidFill>
            <a:schemeClr val="bg2">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6">
            <a:extLst>
              <a:ext uri="{FF2B5EF4-FFF2-40B4-BE49-F238E27FC236}">
                <a16:creationId xmlns:a16="http://schemas.microsoft.com/office/drawing/2014/main" id="{CE81B8D9-7E7F-6721-1E71-E8065C06C12D}"/>
              </a:ext>
            </a:extLst>
          </p:cNvPr>
          <p:cNvSpPr>
            <a:spLocks noGrp="1"/>
          </p:cNvSpPr>
          <p:nvPr>
            <p:ph idx="1"/>
          </p:nvPr>
        </p:nvSpPr>
        <p:spPr>
          <a:xfrm>
            <a:off x="8974283" y="1995950"/>
            <a:ext cx="2796421" cy="3835890"/>
          </a:xfrm>
        </p:spPr>
        <p:txBody>
          <a:bodyPr>
            <a:normAutofit/>
          </a:bodyPr>
          <a:lstStyle/>
          <a:p>
            <a:r>
              <a:rPr lang="en-US" sz="2400" b="1" dirty="0"/>
              <a:t>Training Details</a:t>
            </a:r>
          </a:p>
          <a:p>
            <a:pPr marL="285750" indent="-285750">
              <a:buFont typeface="Arial" panose="020B0604020202020204" pitchFamily="34" charset="0"/>
              <a:buChar char="•"/>
            </a:pPr>
            <a:r>
              <a:rPr lang="en-US" sz="1100" dirty="0">
                <a:latin typeface="Calibri" pitchFamily="34" charset="0"/>
                <a:ea typeface="Calibri" pitchFamily="34" charset="-122"/>
                <a:cs typeface="Calibri" pitchFamily="34" charset="-120"/>
              </a:rPr>
              <a:t>Trained on benign traffic only </a:t>
            </a:r>
          </a:p>
          <a:p>
            <a:pPr marL="285750" indent="-285750">
              <a:buFont typeface="Arial" panose="020B0604020202020204" pitchFamily="34" charset="0"/>
              <a:buChar char="•"/>
            </a:pPr>
            <a:r>
              <a:rPr lang="en-US" sz="1100" dirty="0">
                <a:latin typeface="Calibri" pitchFamily="34" charset="0"/>
                <a:ea typeface="Calibri" pitchFamily="34" charset="-122"/>
                <a:cs typeface="Calibri" pitchFamily="34" charset="-120"/>
              </a:rPr>
              <a:t>MSE loss  </a:t>
            </a:r>
          </a:p>
          <a:p>
            <a:pPr marL="285750" indent="-285750">
              <a:buFont typeface="Arial" panose="020B0604020202020204" pitchFamily="34" charset="0"/>
              <a:buChar char="•"/>
            </a:pPr>
            <a:r>
              <a:rPr lang="en-US" sz="1100" dirty="0">
                <a:latin typeface="Calibri" pitchFamily="34" charset="0"/>
                <a:ea typeface="Calibri" pitchFamily="34" charset="-122"/>
                <a:cs typeface="Calibri" pitchFamily="34" charset="-120"/>
              </a:rPr>
              <a:t>Adam optimizer (</a:t>
            </a:r>
            <a:r>
              <a:rPr lang="en-US" sz="1100" dirty="0" err="1">
                <a:latin typeface="Calibri" pitchFamily="34" charset="0"/>
                <a:ea typeface="Calibri" pitchFamily="34" charset="-122"/>
                <a:cs typeface="Calibri" pitchFamily="34" charset="-120"/>
              </a:rPr>
              <a:t>lr</a:t>
            </a:r>
            <a:r>
              <a:rPr lang="en-US" sz="1100" dirty="0">
                <a:latin typeface="Calibri" pitchFamily="34" charset="0"/>
                <a:ea typeface="Calibri" pitchFamily="34" charset="-122"/>
                <a:cs typeface="Calibri" pitchFamily="34" charset="-120"/>
              </a:rPr>
              <a:t>=</a:t>
            </a:r>
            <a:r>
              <a:rPr lang="en-US" sz="1100" dirty="0"/>
              <a:t> 0.0001</a:t>
            </a:r>
            <a:r>
              <a:rPr lang="en-US" sz="1100" dirty="0">
                <a:latin typeface="Calibri" pitchFamily="34" charset="0"/>
                <a:ea typeface="Calibri" pitchFamily="34" charset="-122"/>
                <a:cs typeface="Calibri" pitchFamily="34" charset="-120"/>
              </a:rPr>
              <a:t>)</a:t>
            </a:r>
            <a:endParaRPr lang="en-US" sz="1100" dirty="0"/>
          </a:p>
          <a:p>
            <a:pPr marL="285750" indent="-285750">
              <a:buFont typeface="Arial" panose="020B0604020202020204" pitchFamily="34" charset="0"/>
              <a:buChar char="•"/>
            </a:pPr>
            <a:r>
              <a:rPr lang="en-US" sz="1100" dirty="0">
                <a:latin typeface="Calibri" pitchFamily="34" charset="0"/>
                <a:ea typeface="Calibri" pitchFamily="34" charset="-122"/>
                <a:cs typeface="Calibri" pitchFamily="34" charset="-120"/>
              </a:rPr>
              <a:t>Batch=64   </a:t>
            </a:r>
          </a:p>
          <a:p>
            <a:pPr marL="285750" indent="-285750">
              <a:buFont typeface="Arial" panose="020B0604020202020204" pitchFamily="34" charset="0"/>
              <a:buChar char="•"/>
            </a:pPr>
            <a:r>
              <a:rPr lang="en-US" sz="1100" dirty="0" err="1">
                <a:latin typeface="Calibri" pitchFamily="34" charset="0"/>
                <a:ea typeface="Calibri" pitchFamily="34" charset="-122"/>
                <a:cs typeface="Calibri" pitchFamily="34" charset="-120"/>
              </a:rPr>
              <a:t>ReduceLROnPlateau</a:t>
            </a:r>
            <a:r>
              <a:rPr lang="en-US" sz="1100" dirty="0">
                <a:latin typeface="Calibri" pitchFamily="34" charset="0"/>
                <a:ea typeface="Calibri" pitchFamily="34" charset="-122"/>
                <a:cs typeface="Calibri" pitchFamily="34" charset="-120"/>
              </a:rPr>
              <a:t>  ·  Gradient clipping (max norm=1.0)  ·  50 epochs</a:t>
            </a:r>
            <a:endParaRPr lang="en-US" sz="1100" dirty="0"/>
          </a:p>
          <a:p>
            <a:pPr marL="285750" indent="-285750">
              <a:buFont typeface="Arial" panose="020B0604020202020204" pitchFamily="34" charset="0"/>
              <a:buChar char="•"/>
            </a:pPr>
            <a:r>
              <a:rPr lang="en-US" sz="1100" dirty="0">
                <a:latin typeface="Calibri" pitchFamily="34" charset="0"/>
                <a:ea typeface="Calibri" pitchFamily="34" charset="-122"/>
                <a:cs typeface="Calibri" pitchFamily="34" charset="-120"/>
              </a:rPr>
              <a:t>Threshold: 95th or 99th percentile of training reconstruction error distribution</a:t>
            </a:r>
            <a:endParaRPr lang="en-US" sz="1100" b="1" dirty="0"/>
          </a:p>
          <a:p>
            <a:r>
              <a:rPr lang="en-US" sz="2400" b="1" dirty="0"/>
              <a:t>Key Insight</a:t>
            </a:r>
          </a:p>
          <a:p>
            <a:pPr marL="0" indent="0"/>
            <a:r>
              <a:rPr lang="en-US" sz="1200" i="1" dirty="0">
                <a:latin typeface="Calibri" pitchFamily="34" charset="0"/>
                <a:ea typeface="Calibri" pitchFamily="34" charset="-122"/>
                <a:cs typeface="Calibri" pitchFamily="34" charset="-120"/>
              </a:rPr>
              <a:t>Normal traffic → low reconstruction error.</a:t>
            </a:r>
            <a:endParaRPr lang="en-US" sz="1200" dirty="0"/>
          </a:p>
          <a:p>
            <a:pPr marL="0" indent="0"/>
            <a:r>
              <a:rPr lang="en-US" sz="1200" i="1" dirty="0">
                <a:latin typeface="Calibri" pitchFamily="34" charset="0"/>
                <a:ea typeface="Calibri" pitchFamily="34" charset="-122"/>
                <a:cs typeface="Calibri" pitchFamily="34" charset="-120"/>
              </a:rPr>
              <a:t>Attack traffic → model struggles → high error → flagged.</a:t>
            </a:r>
            <a:endParaRPr lang="en-US" sz="1200" dirty="0"/>
          </a:p>
          <a:p>
            <a:endParaRPr lang="en-US" sz="2400" b="1" dirty="0"/>
          </a:p>
        </p:txBody>
      </p:sp>
    </p:spTree>
    <p:extLst>
      <p:ext uri="{BB962C8B-B14F-4D97-AF65-F5344CB8AC3E}">
        <p14:creationId xmlns:p14="http://schemas.microsoft.com/office/powerpoint/2010/main" val="207284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CA235-14EB-896B-4AC3-BC8B25CF8FCA}"/>
              </a:ext>
            </a:extLst>
          </p:cNvPr>
          <p:cNvSpPr>
            <a:spLocks noGrp="1"/>
          </p:cNvSpPr>
          <p:nvPr>
            <p:ph type="sldNum" sz="quarter" idx="4"/>
          </p:nvPr>
        </p:nvSpPr>
        <p:spPr/>
        <p:txBody>
          <a:bodyPr/>
          <a:lstStyle/>
          <a:p>
            <a:fld id="{933A556B-7C63-244D-9B7C-B0EA8042B330}" type="slidenum">
              <a:rPr lang="en-US" smtClean="0"/>
              <a:pPr/>
              <a:t>9</a:t>
            </a:fld>
            <a:endParaRPr lang="en-US" sz="1000" dirty="0"/>
          </a:p>
        </p:txBody>
      </p:sp>
      <p:pic>
        <p:nvPicPr>
          <p:cNvPr id="6" name="Picture 5">
            <a:extLst>
              <a:ext uri="{FF2B5EF4-FFF2-40B4-BE49-F238E27FC236}">
                <a16:creationId xmlns:a16="http://schemas.microsoft.com/office/drawing/2014/main" id="{9AB35BAB-2D9A-C727-7FBA-33F24CD57A30}"/>
              </a:ext>
            </a:extLst>
          </p:cNvPr>
          <p:cNvPicPr>
            <a:picLocks noChangeAspect="1"/>
          </p:cNvPicPr>
          <p:nvPr/>
        </p:nvPicPr>
        <p:blipFill>
          <a:blip r:embed="rId2"/>
          <a:stretch>
            <a:fillRect/>
          </a:stretch>
        </p:blipFill>
        <p:spPr>
          <a:xfrm>
            <a:off x="617183" y="519171"/>
            <a:ext cx="11262397" cy="5599303"/>
          </a:xfrm>
          <a:prstGeom prst="rect">
            <a:avLst/>
          </a:prstGeom>
        </p:spPr>
      </p:pic>
    </p:spTree>
    <p:extLst>
      <p:ext uri="{BB962C8B-B14F-4D97-AF65-F5344CB8AC3E}">
        <p14:creationId xmlns:p14="http://schemas.microsoft.com/office/powerpoint/2010/main" val="1216875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D67FE-6697-5B23-60EA-910083B28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78E05D-146D-F373-A9CA-DE9384475627}"/>
              </a:ext>
            </a:extLst>
          </p:cNvPr>
          <p:cNvSpPr>
            <a:spLocks noGrp="1"/>
          </p:cNvSpPr>
          <p:nvPr>
            <p:ph type="title"/>
          </p:nvPr>
        </p:nvSpPr>
        <p:spPr/>
        <p:txBody>
          <a:bodyPr>
            <a:normAutofit/>
          </a:bodyPr>
          <a:lstStyle/>
          <a:p>
            <a:r>
              <a:rPr lang="en-US" sz="4000" dirty="0">
                <a:latin typeface="Calibri" pitchFamily="34" charset="0"/>
                <a:ea typeface="Calibri" pitchFamily="34" charset="-122"/>
                <a:cs typeface="Calibri" pitchFamily="34" charset="-120"/>
              </a:rPr>
              <a:t>Strong Performance Across Both Attack Scenarios</a:t>
            </a:r>
            <a:endParaRPr lang="en-US" sz="4000" dirty="0"/>
          </a:p>
        </p:txBody>
      </p:sp>
      <p:graphicFrame>
        <p:nvGraphicFramePr>
          <p:cNvPr id="3" name="Content Placeholder 2">
            <a:extLst>
              <a:ext uri="{FF2B5EF4-FFF2-40B4-BE49-F238E27FC236}">
                <a16:creationId xmlns:a16="http://schemas.microsoft.com/office/drawing/2014/main" id="{366A34CD-62D3-DA34-FD5A-B267C7E935FF}"/>
              </a:ext>
            </a:extLst>
          </p:cNvPr>
          <p:cNvGraphicFramePr>
            <a:graphicFrameLocks noGrp="1"/>
          </p:cNvGraphicFramePr>
          <p:nvPr>
            <p:ph idx="1"/>
            <p:extLst>
              <p:ext uri="{D42A27DB-BD31-4B8C-83A1-F6EECF244321}">
                <p14:modId xmlns:p14="http://schemas.microsoft.com/office/powerpoint/2010/main" val="2924782156"/>
              </p:ext>
            </p:extLst>
          </p:nvPr>
        </p:nvGraphicFramePr>
        <p:xfrm>
          <a:off x="595782" y="2211350"/>
          <a:ext cx="5402580" cy="1828797"/>
        </p:xfrm>
        <a:graphic>
          <a:graphicData uri="http://schemas.openxmlformats.org/drawingml/2006/table">
            <a:tbl>
              <a:tblPr firstRow="1" bandRow="1">
                <a:tableStyleId>{5C22544A-7EE6-4342-B048-85BDC9FD1C3A}</a:tableStyleId>
              </a:tblPr>
              <a:tblGrid>
                <a:gridCol w="1303020">
                  <a:extLst>
                    <a:ext uri="{9D8B030D-6E8A-4147-A177-3AD203B41FA5}">
                      <a16:colId xmlns:a16="http://schemas.microsoft.com/office/drawing/2014/main" val="1680916496"/>
                    </a:ext>
                  </a:extLst>
                </a:gridCol>
                <a:gridCol w="1066800">
                  <a:extLst>
                    <a:ext uri="{9D8B030D-6E8A-4147-A177-3AD203B41FA5}">
                      <a16:colId xmlns:a16="http://schemas.microsoft.com/office/drawing/2014/main" val="3301906974"/>
                    </a:ext>
                  </a:extLst>
                </a:gridCol>
                <a:gridCol w="871728">
                  <a:extLst>
                    <a:ext uri="{9D8B030D-6E8A-4147-A177-3AD203B41FA5}">
                      <a16:colId xmlns:a16="http://schemas.microsoft.com/office/drawing/2014/main" val="3818920059"/>
                    </a:ext>
                  </a:extLst>
                </a:gridCol>
                <a:gridCol w="1080516">
                  <a:extLst>
                    <a:ext uri="{9D8B030D-6E8A-4147-A177-3AD203B41FA5}">
                      <a16:colId xmlns:a16="http://schemas.microsoft.com/office/drawing/2014/main" val="751233075"/>
                    </a:ext>
                  </a:extLst>
                </a:gridCol>
                <a:gridCol w="1080516">
                  <a:extLst>
                    <a:ext uri="{9D8B030D-6E8A-4147-A177-3AD203B41FA5}">
                      <a16:colId xmlns:a16="http://schemas.microsoft.com/office/drawing/2014/main" val="2530034341"/>
                    </a:ext>
                  </a:extLst>
                </a:gridCol>
              </a:tblGrid>
              <a:tr h="609599">
                <a:tc>
                  <a:txBody>
                    <a:bodyPr/>
                    <a:lstStyle/>
                    <a:p>
                      <a:r>
                        <a:rPr lang="en-US" sz="1400" dirty="0"/>
                        <a:t>Scenario</a:t>
                      </a:r>
                    </a:p>
                  </a:txBody>
                  <a:tcPr>
                    <a:solidFill>
                      <a:schemeClr val="accent2">
                        <a:lumMod val="75000"/>
                      </a:schemeClr>
                    </a:solidFill>
                  </a:tcPr>
                </a:tc>
                <a:tc>
                  <a:txBody>
                    <a:bodyPr/>
                    <a:lstStyle/>
                    <a:p>
                      <a:r>
                        <a:rPr lang="en-US" sz="1400" dirty="0"/>
                        <a:t>Precision</a:t>
                      </a:r>
                    </a:p>
                  </a:txBody>
                  <a:tcPr>
                    <a:solidFill>
                      <a:schemeClr val="accent2">
                        <a:lumMod val="75000"/>
                      </a:schemeClr>
                    </a:solidFill>
                  </a:tcPr>
                </a:tc>
                <a:tc>
                  <a:txBody>
                    <a:bodyPr/>
                    <a:lstStyle/>
                    <a:p>
                      <a:r>
                        <a:rPr lang="en-US" sz="1400" dirty="0"/>
                        <a:t>Recall</a:t>
                      </a:r>
                    </a:p>
                  </a:txBody>
                  <a:tcPr>
                    <a:solidFill>
                      <a:schemeClr val="accent2">
                        <a:lumMod val="75000"/>
                      </a:schemeClr>
                    </a:solidFill>
                  </a:tcPr>
                </a:tc>
                <a:tc>
                  <a:txBody>
                    <a:bodyPr/>
                    <a:lstStyle/>
                    <a:p>
                      <a:r>
                        <a:rPr lang="en-US" sz="1400" dirty="0"/>
                        <a:t>F1</a:t>
                      </a:r>
                    </a:p>
                  </a:txBody>
                  <a:tcPr>
                    <a:solidFill>
                      <a:schemeClr val="accent2">
                        <a:lumMod val="75000"/>
                      </a:schemeClr>
                    </a:solidFill>
                  </a:tcPr>
                </a:tc>
                <a:tc>
                  <a:txBody>
                    <a:bodyPr/>
                    <a:lstStyle/>
                    <a:p>
                      <a:r>
                        <a:rPr lang="en-US" sz="1400" dirty="0"/>
                        <a:t>AUC-ROC</a:t>
                      </a:r>
                    </a:p>
                  </a:txBody>
                  <a:tcPr>
                    <a:solidFill>
                      <a:schemeClr val="accent2">
                        <a:lumMod val="75000"/>
                      </a:schemeClr>
                    </a:solidFill>
                  </a:tcPr>
                </a:tc>
                <a:extLst>
                  <a:ext uri="{0D108BD9-81ED-4DB2-BD59-A6C34878D82A}">
                    <a16:rowId xmlns:a16="http://schemas.microsoft.com/office/drawing/2014/main" val="1301042358"/>
                  </a:ext>
                </a:extLst>
              </a:tr>
              <a:tr h="609599">
                <a:tc>
                  <a:txBody>
                    <a:bodyPr/>
                    <a:lstStyle/>
                    <a:p>
                      <a:r>
                        <a:rPr lang="en-US" sz="1400" dirty="0"/>
                        <a:t>External</a:t>
                      </a:r>
                    </a:p>
                    <a:p>
                      <a:r>
                        <a:rPr lang="en-US" sz="1400" dirty="0"/>
                        <a:t>Attack</a:t>
                      </a:r>
                    </a:p>
                  </a:txBody>
                  <a:tcPr/>
                </a:tc>
                <a:tc>
                  <a:txBody>
                    <a:bodyPr/>
                    <a:lstStyle/>
                    <a:p>
                      <a:r>
                        <a:rPr lang="en-US" sz="1400" dirty="0"/>
                        <a:t>0.96</a:t>
                      </a:r>
                    </a:p>
                  </a:txBody>
                  <a:tcPr/>
                </a:tc>
                <a:tc>
                  <a:txBody>
                    <a:bodyPr/>
                    <a:lstStyle/>
                    <a:p>
                      <a:r>
                        <a:rPr lang="en-US" sz="1400" dirty="0"/>
                        <a:t>1.00</a:t>
                      </a:r>
                    </a:p>
                  </a:txBody>
                  <a:tcPr/>
                </a:tc>
                <a:tc>
                  <a:txBody>
                    <a:bodyPr/>
                    <a:lstStyle/>
                    <a:p>
                      <a:r>
                        <a:rPr lang="en-US" sz="1400" dirty="0"/>
                        <a:t>0.98</a:t>
                      </a:r>
                    </a:p>
                  </a:txBody>
                  <a:tcPr/>
                </a:tc>
                <a:tc>
                  <a:txBody>
                    <a:bodyPr/>
                    <a:lstStyle/>
                    <a:p>
                      <a:r>
                        <a:rPr lang="en-US" sz="1400" dirty="0"/>
                        <a:t>1.0000</a:t>
                      </a:r>
                    </a:p>
                  </a:txBody>
                  <a:tcPr/>
                </a:tc>
                <a:extLst>
                  <a:ext uri="{0D108BD9-81ED-4DB2-BD59-A6C34878D82A}">
                    <a16:rowId xmlns:a16="http://schemas.microsoft.com/office/drawing/2014/main" val="3674386377"/>
                  </a:ext>
                </a:extLst>
              </a:tr>
              <a:tr h="609599">
                <a:tc>
                  <a:txBody>
                    <a:bodyPr/>
                    <a:lstStyle/>
                    <a:p>
                      <a:r>
                        <a:rPr lang="en-US" sz="1400" dirty="0"/>
                        <a:t>Compromised SCADA</a:t>
                      </a:r>
                    </a:p>
                  </a:txBody>
                  <a:tcPr/>
                </a:tc>
                <a:tc>
                  <a:txBody>
                    <a:bodyPr/>
                    <a:lstStyle/>
                    <a:p>
                      <a:r>
                        <a:rPr lang="en-US" sz="1400" dirty="0"/>
                        <a:t>0.80</a:t>
                      </a:r>
                    </a:p>
                  </a:txBody>
                  <a:tcPr/>
                </a:tc>
                <a:tc>
                  <a:txBody>
                    <a:bodyPr/>
                    <a:lstStyle/>
                    <a:p>
                      <a:r>
                        <a:rPr lang="en-US" sz="1400" dirty="0"/>
                        <a:t>1.00</a:t>
                      </a:r>
                    </a:p>
                  </a:txBody>
                  <a:tcPr/>
                </a:tc>
                <a:tc>
                  <a:txBody>
                    <a:bodyPr/>
                    <a:lstStyle/>
                    <a:p>
                      <a:r>
                        <a:rPr lang="en-US" sz="1400" dirty="0"/>
                        <a:t>0.98</a:t>
                      </a:r>
                    </a:p>
                  </a:txBody>
                  <a:tcPr/>
                </a:tc>
                <a:tc>
                  <a:txBody>
                    <a:bodyPr/>
                    <a:lstStyle/>
                    <a:p>
                      <a:r>
                        <a:rPr lang="en-US" sz="1400" dirty="0"/>
                        <a:t>0.9983</a:t>
                      </a:r>
                    </a:p>
                  </a:txBody>
                  <a:tcPr/>
                </a:tc>
                <a:extLst>
                  <a:ext uri="{0D108BD9-81ED-4DB2-BD59-A6C34878D82A}">
                    <a16:rowId xmlns:a16="http://schemas.microsoft.com/office/drawing/2014/main" val="3690108507"/>
                  </a:ext>
                </a:extLst>
              </a:tr>
            </a:tbl>
          </a:graphicData>
        </a:graphic>
      </p:graphicFrame>
      <p:sp>
        <p:nvSpPr>
          <p:cNvPr id="4" name="Slide Number Placeholder 3">
            <a:extLst>
              <a:ext uri="{FF2B5EF4-FFF2-40B4-BE49-F238E27FC236}">
                <a16:creationId xmlns:a16="http://schemas.microsoft.com/office/drawing/2014/main" id="{32053F2C-7AFE-98AC-3720-8EFB158311A2}"/>
              </a:ext>
            </a:extLst>
          </p:cNvPr>
          <p:cNvSpPr>
            <a:spLocks noGrp="1"/>
          </p:cNvSpPr>
          <p:nvPr>
            <p:ph type="sldNum" sz="quarter" idx="4"/>
          </p:nvPr>
        </p:nvSpPr>
        <p:spPr/>
        <p:txBody>
          <a:bodyPr/>
          <a:lstStyle/>
          <a:p>
            <a:fld id="{933A556B-7C63-244D-9B7C-B0EA8042B330}" type="slidenum">
              <a:rPr lang="en-US" smtClean="0"/>
              <a:pPr/>
              <a:t>10</a:t>
            </a:fld>
            <a:endParaRPr lang="en-US" dirty="0"/>
          </a:p>
        </p:txBody>
      </p:sp>
      <p:graphicFrame>
        <p:nvGraphicFramePr>
          <p:cNvPr id="5" name="Content Placeholder 2">
            <a:extLst>
              <a:ext uri="{FF2B5EF4-FFF2-40B4-BE49-F238E27FC236}">
                <a16:creationId xmlns:a16="http://schemas.microsoft.com/office/drawing/2014/main" id="{04CF2535-BF1E-7421-0507-E04446EA5E99}"/>
              </a:ext>
            </a:extLst>
          </p:cNvPr>
          <p:cNvGraphicFramePr>
            <a:graphicFrameLocks/>
          </p:cNvGraphicFramePr>
          <p:nvPr>
            <p:extLst>
              <p:ext uri="{D42A27DB-BD31-4B8C-83A1-F6EECF244321}">
                <p14:modId xmlns:p14="http://schemas.microsoft.com/office/powerpoint/2010/main" val="217909264"/>
              </p:ext>
            </p:extLst>
          </p:nvPr>
        </p:nvGraphicFramePr>
        <p:xfrm>
          <a:off x="6272684" y="2211350"/>
          <a:ext cx="5533644" cy="1828797"/>
        </p:xfrm>
        <a:graphic>
          <a:graphicData uri="http://schemas.openxmlformats.org/drawingml/2006/table">
            <a:tbl>
              <a:tblPr firstRow="1" bandRow="1">
                <a:tableStyleId>{5C22544A-7EE6-4342-B048-85BDC9FD1C3A}</a:tableStyleId>
              </a:tblPr>
              <a:tblGrid>
                <a:gridCol w="1325878">
                  <a:extLst>
                    <a:ext uri="{9D8B030D-6E8A-4147-A177-3AD203B41FA5}">
                      <a16:colId xmlns:a16="http://schemas.microsoft.com/office/drawing/2014/main" val="1680916496"/>
                    </a:ext>
                  </a:extLst>
                </a:gridCol>
                <a:gridCol w="1036320">
                  <a:extLst>
                    <a:ext uri="{9D8B030D-6E8A-4147-A177-3AD203B41FA5}">
                      <a16:colId xmlns:a16="http://schemas.microsoft.com/office/drawing/2014/main" val="3301906974"/>
                    </a:ext>
                  </a:extLst>
                </a:gridCol>
                <a:gridCol w="1010414">
                  <a:extLst>
                    <a:ext uri="{9D8B030D-6E8A-4147-A177-3AD203B41FA5}">
                      <a16:colId xmlns:a16="http://schemas.microsoft.com/office/drawing/2014/main" val="3818920059"/>
                    </a:ext>
                  </a:extLst>
                </a:gridCol>
                <a:gridCol w="1080516">
                  <a:extLst>
                    <a:ext uri="{9D8B030D-6E8A-4147-A177-3AD203B41FA5}">
                      <a16:colId xmlns:a16="http://schemas.microsoft.com/office/drawing/2014/main" val="751233075"/>
                    </a:ext>
                  </a:extLst>
                </a:gridCol>
                <a:gridCol w="1080516">
                  <a:extLst>
                    <a:ext uri="{9D8B030D-6E8A-4147-A177-3AD203B41FA5}">
                      <a16:colId xmlns:a16="http://schemas.microsoft.com/office/drawing/2014/main" val="2530034341"/>
                    </a:ext>
                  </a:extLst>
                </a:gridCol>
              </a:tblGrid>
              <a:tr h="609599">
                <a:tc>
                  <a:txBody>
                    <a:bodyPr/>
                    <a:lstStyle/>
                    <a:p>
                      <a:r>
                        <a:rPr lang="en-US" sz="1400" dirty="0"/>
                        <a:t>Scenario</a:t>
                      </a:r>
                    </a:p>
                  </a:txBody>
                  <a:tcPr>
                    <a:solidFill>
                      <a:schemeClr val="accent2">
                        <a:lumMod val="75000"/>
                      </a:schemeClr>
                    </a:solidFill>
                  </a:tcPr>
                </a:tc>
                <a:tc>
                  <a:txBody>
                    <a:bodyPr/>
                    <a:lstStyle/>
                    <a:p>
                      <a:r>
                        <a:rPr lang="en-US" sz="1400" dirty="0"/>
                        <a:t>Precision</a:t>
                      </a:r>
                    </a:p>
                  </a:txBody>
                  <a:tcPr>
                    <a:solidFill>
                      <a:schemeClr val="accent2">
                        <a:lumMod val="75000"/>
                      </a:schemeClr>
                    </a:solidFill>
                  </a:tcPr>
                </a:tc>
                <a:tc>
                  <a:txBody>
                    <a:bodyPr/>
                    <a:lstStyle/>
                    <a:p>
                      <a:r>
                        <a:rPr lang="en-US" sz="1400" dirty="0"/>
                        <a:t>Recall</a:t>
                      </a:r>
                    </a:p>
                  </a:txBody>
                  <a:tcPr>
                    <a:solidFill>
                      <a:schemeClr val="accent2">
                        <a:lumMod val="75000"/>
                      </a:schemeClr>
                    </a:solidFill>
                  </a:tcPr>
                </a:tc>
                <a:tc>
                  <a:txBody>
                    <a:bodyPr/>
                    <a:lstStyle/>
                    <a:p>
                      <a:r>
                        <a:rPr lang="en-US" sz="1400" dirty="0"/>
                        <a:t>F1</a:t>
                      </a:r>
                    </a:p>
                  </a:txBody>
                  <a:tcPr>
                    <a:solidFill>
                      <a:schemeClr val="accent2">
                        <a:lumMod val="75000"/>
                      </a:schemeClr>
                    </a:solidFill>
                  </a:tcPr>
                </a:tc>
                <a:tc>
                  <a:txBody>
                    <a:bodyPr/>
                    <a:lstStyle/>
                    <a:p>
                      <a:r>
                        <a:rPr lang="en-US" sz="1400" dirty="0"/>
                        <a:t>AUC-ROC</a:t>
                      </a:r>
                    </a:p>
                  </a:txBody>
                  <a:tcPr>
                    <a:solidFill>
                      <a:schemeClr val="accent2">
                        <a:lumMod val="75000"/>
                      </a:schemeClr>
                    </a:solidFill>
                  </a:tcPr>
                </a:tc>
                <a:extLst>
                  <a:ext uri="{0D108BD9-81ED-4DB2-BD59-A6C34878D82A}">
                    <a16:rowId xmlns:a16="http://schemas.microsoft.com/office/drawing/2014/main" val="1301042358"/>
                  </a:ext>
                </a:extLst>
              </a:tr>
              <a:tr h="609599">
                <a:tc>
                  <a:txBody>
                    <a:bodyPr/>
                    <a:lstStyle/>
                    <a:p>
                      <a:r>
                        <a:rPr lang="en-US" sz="1400" dirty="0"/>
                        <a:t>External</a:t>
                      </a:r>
                    </a:p>
                    <a:p>
                      <a:r>
                        <a:rPr lang="en-US" sz="1400" dirty="0"/>
                        <a:t>Attack</a:t>
                      </a:r>
                    </a:p>
                  </a:txBody>
                  <a:tcPr/>
                </a:tc>
                <a:tc>
                  <a:txBody>
                    <a:bodyPr/>
                    <a:lstStyle/>
                    <a:p>
                      <a:r>
                        <a:rPr lang="en-US" sz="1400" dirty="0"/>
                        <a:t>0.99</a:t>
                      </a:r>
                    </a:p>
                  </a:txBody>
                  <a:tcPr/>
                </a:tc>
                <a:tc>
                  <a:txBody>
                    <a:bodyPr/>
                    <a:lstStyle/>
                    <a:p>
                      <a:r>
                        <a:rPr lang="en-US" sz="1400" dirty="0"/>
                        <a:t>1.00</a:t>
                      </a:r>
                    </a:p>
                  </a:txBody>
                  <a:tcPr/>
                </a:tc>
                <a:tc>
                  <a:txBody>
                    <a:bodyPr/>
                    <a:lstStyle/>
                    <a:p>
                      <a:r>
                        <a:rPr lang="en-US" sz="1400" dirty="0"/>
                        <a:t>0.99</a:t>
                      </a:r>
                    </a:p>
                  </a:txBody>
                  <a:tcPr/>
                </a:tc>
                <a:tc>
                  <a:txBody>
                    <a:bodyPr/>
                    <a:lstStyle/>
                    <a:p>
                      <a:r>
                        <a:rPr lang="en-US" sz="1400" dirty="0"/>
                        <a:t>1.0000</a:t>
                      </a:r>
                    </a:p>
                  </a:txBody>
                  <a:tcPr/>
                </a:tc>
                <a:extLst>
                  <a:ext uri="{0D108BD9-81ED-4DB2-BD59-A6C34878D82A}">
                    <a16:rowId xmlns:a16="http://schemas.microsoft.com/office/drawing/2014/main" val="3674386377"/>
                  </a:ext>
                </a:extLst>
              </a:tr>
              <a:tr h="609599">
                <a:tc>
                  <a:txBody>
                    <a:bodyPr/>
                    <a:lstStyle/>
                    <a:p>
                      <a:r>
                        <a:rPr lang="en-US" sz="1400" dirty="0"/>
                        <a:t>Compromised SCADA</a:t>
                      </a:r>
                    </a:p>
                  </a:txBody>
                  <a:tcPr/>
                </a:tc>
                <a:tc>
                  <a:txBody>
                    <a:bodyPr/>
                    <a:lstStyle/>
                    <a:p>
                      <a:r>
                        <a:rPr lang="en-US" sz="1400" dirty="0"/>
                        <a:t>0.84</a:t>
                      </a:r>
                    </a:p>
                  </a:txBody>
                  <a:tcPr/>
                </a:tc>
                <a:tc>
                  <a:txBody>
                    <a:bodyPr/>
                    <a:lstStyle/>
                    <a:p>
                      <a:r>
                        <a:rPr lang="en-US" sz="1400" dirty="0"/>
                        <a:t>1.00</a:t>
                      </a:r>
                    </a:p>
                  </a:txBody>
                  <a:tcPr/>
                </a:tc>
                <a:tc>
                  <a:txBody>
                    <a:bodyPr/>
                    <a:lstStyle/>
                    <a:p>
                      <a:r>
                        <a:rPr lang="en-US" sz="1400" dirty="0"/>
                        <a:t>0.91</a:t>
                      </a:r>
                    </a:p>
                  </a:txBody>
                  <a:tcPr/>
                </a:tc>
                <a:tc>
                  <a:txBody>
                    <a:bodyPr/>
                    <a:lstStyle/>
                    <a:p>
                      <a:r>
                        <a:rPr lang="en-US" sz="1400" dirty="0"/>
                        <a:t>0.9983</a:t>
                      </a:r>
                    </a:p>
                  </a:txBody>
                  <a:tcPr/>
                </a:tc>
                <a:extLst>
                  <a:ext uri="{0D108BD9-81ED-4DB2-BD59-A6C34878D82A}">
                    <a16:rowId xmlns:a16="http://schemas.microsoft.com/office/drawing/2014/main" val="3690108507"/>
                  </a:ext>
                </a:extLst>
              </a:tr>
            </a:tbl>
          </a:graphicData>
        </a:graphic>
      </p:graphicFrame>
      <p:sp>
        <p:nvSpPr>
          <p:cNvPr id="6" name="TextBox 5">
            <a:extLst>
              <a:ext uri="{FF2B5EF4-FFF2-40B4-BE49-F238E27FC236}">
                <a16:creationId xmlns:a16="http://schemas.microsoft.com/office/drawing/2014/main" id="{151708E0-FC08-A7C1-9E2B-ECCB758344E3}"/>
              </a:ext>
            </a:extLst>
          </p:cNvPr>
          <p:cNvSpPr txBox="1"/>
          <p:nvPr/>
        </p:nvSpPr>
        <p:spPr>
          <a:xfrm>
            <a:off x="595782" y="1736888"/>
            <a:ext cx="5402580" cy="369332"/>
          </a:xfrm>
          <a:prstGeom prst="rect">
            <a:avLst/>
          </a:prstGeom>
          <a:noFill/>
        </p:spPr>
        <p:txBody>
          <a:bodyPr wrap="square" rtlCol="0">
            <a:spAutoFit/>
          </a:bodyPr>
          <a:lstStyle/>
          <a:p>
            <a:r>
              <a:rPr lang="en-US" b="1" u="sng" dirty="0"/>
              <a:t>95</a:t>
            </a:r>
            <a:r>
              <a:rPr lang="en-US" b="1" u="sng" baseline="30000" dirty="0"/>
              <a:t>th</a:t>
            </a:r>
            <a:r>
              <a:rPr lang="en-US" b="1" u="sng" dirty="0"/>
              <a:t> Percentile Threshold</a:t>
            </a:r>
          </a:p>
        </p:txBody>
      </p:sp>
      <p:sp>
        <p:nvSpPr>
          <p:cNvPr id="8" name="TextBox 7">
            <a:extLst>
              <a:ext uri="{FF2B5EF4-FFF2-40B4-BE49-F238E27FC236}">
                <a16:creationId xmlns:a16="http://schemas.microsoft.com/office/drawing/2014/main" id="{B1B1FF77-7ACC-9154-3D03-39DFAA105A37}"/>
              </a:ext>
            </a:extLst>
          </p:cNvPr>
          <p:cNvSpPr txBox="1"/>
          <p:nvPr/>
        </p:nvSpPr>
        <p:spPr>
          <a:xfrm>
            <a:off x="6272684" y="1736888"/>
            <a:ext cx="5402580" cy="369332"/>
          </a:xfrm>
          <a:prstGeom prst="rect">
            <a:avLst/>
          </a:prstGeom>
          <a:noFill/>
        </p:spPr>
        <p:txBody>
          <a:bodyPr wrap="square" rtlCol="0">
            <a:spAutoFit/>
          </a:bodyPr>
          <a:lstStyle/>
          <a:p>
            <a:r>
              <a:rPr lang="en-US" b="1" u="sng" dirty="0"/>
              <a:t>99th Percentile Threshold</a:t>
            </a:r>
          </a:p>
        </p:txBody>
      </p:sp>
      <p:sp>
        <p:nvSpPr>
          <p:cNvPr id="12" name="Shape 5">
            <a:extLst>
              <a:ext uri="{FF2B5EF4-FFF2-40B4-BE49-F238E27FC236}">
                <a16:creationId xmlns:a16="http://schemas.microsoft.com/office/drawing/2014/main" id="{BA3F5BA0-E665-E0DF-2CB0-0500FB3167DB}"/>
              </a:ext>
            </a:extLst>
          </p:cNvPr>
          <p:cNvSpPr/>
          <p:nvPr/>
        </p:nvSpPr>
        <p:spPr>
          <a:xfrm>
            <a:off x="516906" y="4335207"/>
            <a:ext cx="2625620" cy="2241383"/>
          </a:xfrm>
          <a:prstGeom prst="rect">
            <a:avLst/>
          </a:prstGeom>
          <a:solidFill>
            <a:schemeClr val="accent2">
              <a:lumMod val="20000"/>
              <a:lumOff val="80000"/>
            </a:schemeClr>
          </a:solidFill>
          <a:ln w="38100">
            <a:solidFill>
              <a:schemeClr val="accent2">
                <a:lumMod val="75000"/>
              </a:schemeClr>
            </a:solidFill>
            <a:prstDash val="solid"/>
          </a:ln>
          <a:effectLst>
            <a:outerShdw blurRad="101600" dist="38100" dir="8100000" algn="bl" rotWithShape="0">
              <a:srgbClr val="000000">
                <a:alpha val="18000"/>
              </a:srgbClr>
            </a:outerShdw>
          </a:effectLst>
        </p:spPr>
        <p:txBody>
          <a:bodyPr/>
          <a:lstStyle/>
          <a:p>
            <a:endParaRPr lang="en-US" dirty="0"/>
          </a:p>
        </p:txBody>
      </p:sp>
      <p:sp>
        <p:nvSpPr>
          <p:cNvPr id="13" name="Text 6">
            <a:extLst>
              <a:ext uri="{FF2B5EF4-FFF2-40B4-BE49-F238E27FC236}">
                <a16:creationId xmlns:a16="http://schemas.microsoft.com/office/drawing/2014/main" id="{07981098-2514-B768-AD65-535AA0E6AC26}"/>
              </a:ext>
            </a:extLst>
          </p:cNvPr>
          <p:cNvSpPr/>
          <p:nvPr/>
        </p:nvSpPr>
        <p:spPr>
          <a:xfrm>
            <a:off x="580944" y="4618892"/>
            <a:ext cx="2503498" cy="1024632"/>
          </a:xfrm>
          <a:prstGeom prst="rect">
            <a:avLst/>
          </a:prstGeom>
          <a:noFill/>
          <a:ln/>
        </p:spPr>
        <p:txBody>
          <a:bodyPr wrap="square" lIns="0" tIns="0" rIns="0" bIns="0" rtlCol="0" anchor="ctr"/>
          <a:lstStyle/>
          <a:p>
            <a:pPr marL="0" indent="0" algn="ctr">
              <a:buNone/>
            </a:pPr>
            <a:r>
              <a:rPr lang="en-US" sz="4400" b="1" dirty="0">
                <a:solidFill>
                  <a:srgbClr val="00C9B1"/>
                </a:solidFill>
                <a:latin typeface="Calibri" pitchFamily="34" charset="0"/>
                <a:ea typeface="Calibri" pitchFamily="34" charset="-122"/>
                <a:cs typeface="Calibri" pitchFamily="34" charset="-120"/>
              </a:rPr>
              <a:t>99.98%</a:t>
            </a:r>
            <a:endParaRPr lang="en-US" sz="4400" dirty="0"/>
          </a:p>
        </p:txBody>
      </p:sp>
      <p:sp>
        <p:nvSpPr>
          <p:cNvPr id="14" name="Text 7">
            <a:extLst>
              <a:ext uri="{FF2B5EF4-FFF2-40B4-BE49-F238E27FC236}">
                <a16:creationId xmlns:a16="http://schemas.microsoft.com/office/drawing/2014/main" id="{DA41B80F-CE23-92D3-5683-30057F24241D}"/>
              </a:ext>
            </a:extLst>
          </p:cNvPr>
          <p:cNvSpPr/>
          <p:nvPr/>
        </p:nvSpPr>
        <p:spPr>
          <a:xfrm>
            <a:off x="516905" y="5643524"/>
            <a:ext cx="2503498" cy="768474"/>
          </a:xfrm>
          <a:prstGeom prst="rect">
            <a:avLst/>
          </a:prstGeom>
          <a:noFill/>
          <a:ln/>
        </p:spPr>
        <p:txBody>
          <a:bodyPr wrap="square" lIns="0" tIns="0" rIns="0" bIns="0" rtlCol="0" anchor="ctr"/>
          <a:lstStyle/>
          <a:p>
            <a:pPr marL="0" indent="0" algn="ctr">
              <a:buNone/>
            </a:pPr>
            <a:r>
              <a:rPr lang="en-US" sz="1600" dirty="0">
                <a:solidFill>
                  <a:schemeClr val="accent2">
                    <a:lumMod val="50000"/>
                  </a:schemeClr>
                </a:solidFill>
                <a:latin typeface="Calibri" pitchFamily="34" charset="0"/>
                <a:ea typeface="Calibri" pitchFamily="34" charset="-122"/>
                <a:cs typeface="Calibri" pitchFamily="34" charset="-120"/>
              </a:rPr>
              <a:t>Overall Accuracy</a:t>
            </a:r>
            <a:endParaRPr lang="en-US" sz="1600" dirty="0">
              <a:solidFill>
                <a:schemeClr val="accent2">
                  <a:lumMod val="50000"/>
                </a:schemeClr>
              </a:solidFill>
            </a:endParaRPr>
          </a:p>
        </p:txBody>
      </p:sp>
      <p:sp>
        <p:nvSpPr>
          <p:cNvPr id="24" name="Shape 5">
            <a:extLst>
              <a:ext uri="{FF2B5EF4-FFF2-40B4-BE49-F238E27FC236}">
                <a16:creationId xmlns:a16="http://schemas.microsoft.com/office/drawing/2014/main" id="{F2970FD9-58BE-4847-4683-8FEB4918DB36}"/>
              </a:ext>
            </a:extLst>
          </p:cNvPr>
          <p:cNvSpPr/>
          <p:nvPr/>
        </p:nvSpPr>
        <p:spPr>
          <a:xfrm>
            <a:off x="3373775" y="4322637"/>
            <a:ext cx="2625620" cy="2241383"/>
          </a:xfrm>
          <a:prstGeom prst="rect">
            <a:avLst/>
          </a:prstGeom>
          <a:solidFill>
            <a:schemeClr val="accent2">
              <a:lumMod val="20000"/>
              <a:lumOff val="80000"/>
            </a:schemeClr>
          </a:solidFill>
          <a:ln w="38100">
            <a:solidFill>
              <a:schemeClr val="accent2">
                <a:lumMod val="75000"/>
              </a:schemeClr>
            </a:solidFill>
            <a:prstDash val="solid"/>
          </a:ln>
          <a:effectLst>
            <a:outerShdw blurRad="101600" dist="38100" dir="8100000" algn="bl" rotWithShape="0">
              <a:srgbClr val="000000">
                <a:alpha val="18000"/>
              </a:srgbClr>
            </a:outerShdw>
          </a:effectLst>
        </p:spPr>
        <p:txBody>
          <a:bodyPr/>
          <a:lstStyle/>
          <a:p>
            <a:endParaRPr lang="en-US" dirty="0"/>
          </a:p>
        </p:txBody>
      </p:sp>
      <p:sp>
        <p:nvSpPr>
          <p:cNvPr id="25" name="Text 6">
            <a:extLst>
              <a:ext uri="{FF2B5EF4-FFF2-40B4-BE49-F238E27FC236}">
                <a16:creationId xmlns:a16="http://schemas.microsoft.com/office/drawing/2014/main" id="{BEB1F5B7-6C6C-AD37-4611-98553A31CD9A}"/>
              </a:ext>
            </a:extLst>
          </p:cNvPr>
          <p:cNvSpPr/>
          <p:nvPr/>
        </p:nvSpPr>
        <p:spPr>
          <a:xfrm>
            <a:off x="3437813" y="4606322"/>
            <a:ext cx="2503498" cy="1024632"/>
          </a:xfrm>
          <a:prstGeom prst="rect">
            <a:avLst/>
          </a:prstGeom>
          <a:noFill/>
          <a:ln/>
        </p:spPr>
        <p:txBody>
          <a:bodyPr wrap="square" lIns="0" tIns="0" rIns="0" bIns="0" rtlCol="0" anchor="ctr"/>
          <a:lstStyle/>
          <a:p>
            <a:pPr marL="0" indent="0" algn="ctr">
              <a:buNone/>
            </a:pPr>
            <a:r>
              <a:rPr lang="en-US" sz="4400" b="1" dirty="0">
                <a:solidFill>
                  <a:srgbClr val="00C9B1"/>
                </a:solidFill>
                <a:latin typeface="Calibri" pitchFamily="34" charset="0"/>
                <a:ea typeface="Calibri" pitchFamily="34" charset="-122"/>
                <a:cs typeface="Calibri" pitchFamily="34" charset="-120"/>
              </a:rPr>
              <a:t>1.0000</a:t>
            </a:r>
            <a:endParaRPr lang="en-US" sz="4400" dirty="0"/>
          </a:p>
        </p:txBody>
      </p:sp>
      <p:sp>
        <p:nvSpPr>
          <p:cNvPr id="26" name="Text 7">
            <a:extLst>
              <a:ext uri="{FF2B5EF4-FFF2-40B4-BE49-F238E27FC236}">
                <a16:creationId xmlns:a16="http://schemas.microsoft.com/office/drawing/2014/main" id="{A29559B8-61C2-1111-EDFA-464CFD389364}"/>
              </a:ext>
            </a:extLst>
          </p:cNvPr>
          <p:cNvSpPr/>
          <p:nvPr/>
        </p:nvSpPr>
        <p:spPr>
          <a:xfrm>
            <a:off x="3373774" y="5630954"/>
            <a:ext cx="2503498" cy="768474"/>
          </a:xfrm>
          <a:prstGeom prst="rect">
            <a:avLst/>
          </a:prstGeom>
          <a:noFill/>
          <a:ln/>
        </p:spPr>
        <p:txBody>
          <a:bodyPr wrap="square" lIns="0" tIns="0" rIns="0" bIns="0" rtlCol="0" anchor="ctr"/>
          <a:lstStyle/>
          <a:p>
            <a:pPr marL="0" indent="0" algn="ctr">
              <a:buNone/>
            </a:pPr>
            <a:r>
              <a:rPr lang="en-US" sz="1600" dirty="0">
                <a:solidFill>
                  <a:schemeClr val="accent2">
                    <a:lumMod val="50000"/>
                  </a:schemeClr>
                </a:solidFill>
                <a:latin typeface="Calibri" pitchFamily="34" charset="0"/>
                <a:ea typeface="Calibri" pitchFamily="34" charset="-122"/>
                <a:cs typeface="Calibri" pitchFamily="34" charset="-120"/>
              </a:rPr>
              <a:t>AUC-ROC - External Attack</a:t>
            </a:r>
            <a:endParaRPr lang="en-US" sz="1600" dirty="0">
              <a:solidFill>
                <a:schemeClr val="accent2">
                  <a:lumMod val="50000"/>
                </a:schemeClr>
              </a:solidFill>
            </a:endParaRPr>
          </a:p>
        </p:txBody>
      </p:sp>
      <p:sp>
        <p:nvSpPr>
          <p:cNvPr id="27" name="Shape 5">
            <a:extLst>
              <a:ext uri="{FF2B5EF4-FFF2-40B4-BE49-F238E27FC236}">
                <a16:creationId xmlns:a16="http://schemas.microsoft.com/office/drawing/2014/main" id="{71D98B3F-9763-A73B-22EE-DB6EE6D35D33}"/>
              </a:ext>
            </a:extLst>
          </p:cNvPr>
          <p:cNvSpPr/>
          <p:nvPr/>
        </p:nvSpPr>
        <p:spPr>
          <a:xfrm>
            <a:off x="6296967" y="4335207"/>
            <a:ext cx="2625620" cy="2241383"/>
          </a:xfrm>
          <a:prstGeom prst="rect">
            <a:avLst/>
          </a:prstGeom>
          <a:solidFill>
            <a:schemeClr val="accent2">
              <a:lumMod val="20000"/>
              <a:lumOff val="80000"/>
            </a:schemeClr>
          </a:solidFill>
          <a:ln w="38100">
            <a:solidFill>
              <a:schemeClr val="accent2">
                <a:lumMod val="75000"/>
              </a:schemeClr>
            </a:solidFill>
            <a:prstDash val="solid"/>
          </a:ln>
          <a:effectLst>
            <a:outerShdw blurRad="101600" dist="38100" dir="8100000" algn="bl" rotWithShape="0">
              <a:srgbClr val="000000">
                <a:alpha val="18000"/>
              </a:srgbClr>
            </a:outerShdw>
          </a:effectLst>
        </p:spPr>
        <p:txBody>
          <a:bodyPr/>
          <a:lstStyle/>
          <a:p>
            <a:endParaRPr lang="en-US" dirty="0"/>
          </a:p>
        </p:txBody>
      </p:sp>
      <p:sp>
        <p:nvSpPr>
          <p:cNvPr id="28" name="Text 6">
            <a:extLst>
              <a:ext uri="{FF2B5EF4-FFF2-40B4-BE49-F238E27FC236}">
                <a16:creationId xmlns:a16="http://schemas.microsoft.com/office/drawing/2014/main" id="{4AFE9943-F658-9BA2-841D-E871DC7A5B63}"/>
              </a:ext>
            </a:extLst>
          </p:cNvPr>
          <p:cNvSpPr/>
          <p:nvPr/>
        </p:nvSpPr>
        <p:spPr>
          <a:xfrm>
            <a:off x="6361005" y="4618892"/>
            <a:ext cx="2503498" cy="1024632"/>
          </a:xfrm>
          <a:prstGeom prst="rect">
            <a:avLst/>
          </a:prstGeom>
          <a:noFill/>
          <a:ln/>
        </p:spPr>
        <p:txBody>
          <a:bodyPr wrap="square" lIns="0" tIns="0" rIns="0" bIns="0" rtlCol="0" anchor="ctr"/>
          <a:lstStyle/>
          <a:p>
            <a:pPr marL="0" indent="0" algn="ctr">
              <a:buNone/>
            </a:pPr>
            <a:r>
              <a:rPr lang="en-US" sz="4400" b="1" dirty="0">
                <a:solidFill>
                  <a:srgbClr val="00C9B1"/>
                </a:solidFill>
                <a:latin typeface="Calibri" pitchFamily="34" charset="0"/>
                <a:ea typeface="Calibri" pitchFamily="34" charset="-122"/>
                <a:cs typeface="Calibri" pitchFamily="34" charset="-120"/>
              </a:rPr>
              <a:t>0.9983</a:t>
            </a:r>
            <a:endParaRPr lang="en-US" sz="4400" dirty="0"/>
          </a:p>
        </p:txBody>
      </p:sp>
      <p:sp>
        <p:nvSpPr>
          <p:cNvPr id="29" name="Text 7">
            <a:extLst>
              <a:ext uri="{FF2B5EF4-FFF2-40B4-BE49-F238E27FC236}">
                <a16:creationId xmlns:a16="http://schemas.microsoft.com/office/drawing/2014/main" id="{69C8B8D1-5542-D781-2B8C-95E24C55EF0A}"/>
              </a:ext>
            </a:extLst>
          </p:cNvPr>
          <p:cNvSpPr/>
          <p:nvPr/>
        </p:nvSpPr>
        <p:spPr>
          <a:xfrm>
            <a:off x="6296966" y="5643524"/>
            <a:ext cx="2503498" cy="768474"/>
          </a:xfrm>
          <a:prstGeom prst="rect">
            <a:avLst/>
          </a:prstGeom>
          <a:noFill/>
          <a:ln/>
        </p:spPr>
        <p:txBody>
          <a:bodyPr wrap="square" lIns="0" tIns="0" rIns="0" bIns="0" rtlCol="0" anchor="ctr"/>
          <a:lstStyle/>
          <a:p>
            <a:pPr marL="0" indent="0" algn="ctr">
              <a:buNone/>
            </a:pPr>
            <a:r>
              <a:rPr lang="en-US" sz="1600" dirty="0">
                <a:solidFill>
                  <a:schemeClr val="accent2">
                    <a:lumMod val="50000"/>
                  </a:schemeClr>
                </a:solidFill>
                <a:latin typeface="Calibri" pitchFamily="34" charset="0"/>
                <a:ea typeface="Calibri" pitchFamily="34" charset="-122"/>
                <a:cs typeface="Calibri" pitchFamily="34" charset="-120"/>
              </a:rPr>
              <a:t>AUC-ROC - Comp. SCADA</a:t>
            </a:r>
            <a:endParaRPr lang="en-US" sz="1600" dirty="0">
              <a:solidFill>
                <a:schemeClr val="accent2">
                  <a:lumMod val="50000"/>
                </a:schemeClr>
              </a:solidFill>
            </a:endParaRPr>
          </a:p>
        </p:txBody>
      </p:sp>
      <p:sp>
        <p:nvSpPr>
          <p:cNvPr id="30" name="Shape 5">
            <a:extLst>
              <a:ext uri="{FF2B5EF4-FFF2-40B4-BE49-F238E27FC236}">
                <a16:creationId xmlns:a16="http://schemas.microsoft.com/office/drawing/2014/main" id="{8783AB0F-601A-9B89-C470-B706E171663D}"/>
              </a:ext>
            </a:extLst>
          </p:cNvPr>
          <p:cNvSpPr/>
          <p:nvPr/>
        </p:nvSpPr>
        <p:spPr>
          <a:xfrm>
            <a:off x="9153836" y="4322637"/>
            <a:ext cx="2625620" cy="2241383"/>
          </a:xfrm>
          <a:prstGeom prst="rect">
            <a:avLst/>
          </a:prstGeom>
          <a:solidFill>
            <a:schemeClr val="accent2">
              <a:lumMod val="20000"/>
              <a:lumOff val="80000"/>
            </a:schemeClr>
          </a:solidFill>
          <a:ln w="38100">
            <a:solidFill>
              <a:schemeClr val="accent2">
                <a:lumMod val="75000"/>
              </a:schemeClr>
            </a:solidFill>
            <a:prstDash val="solid"/>
          </a:ln>
          <a:effectLst>
            <a:outerShdw blurRad="101600" dist="38100" dir="8100000" algn="bl" rotWithShape="0">
              <a:srgbClr val="000000">
                <a:alpha val="18000"/>
              </a:srgbClr>
            </a:outerShdw>
          </a:effectLst>
        </p:spPr>
        <p:txBody>
          <a:bodyPr/>
          <a:lstStyle/>
          <a:p>
            <a:endParaRPr lang="en-US" dirty="0"/>
          </a:p>
        </p:txBody>
      </p:sp>
      <p:sp>
        <p:nvSpPr>
          <p:cNvPr id="31" name="Text 6">
            <a:extLst>
              <a:ext uri="{FF2B5EF4-FFF2-40B4-BE49-F238E27FC236}">
                <a16:creationId xmlns:a16="http://schemas.microsoft.com/office/drawing/2014/main" id="{7E3049C3-43FD-0614-9B34-28E924E8BEDF}"/>
              </a:ext>
            </a:extLst>
          </p:cNvPr>
          <p:cNvSpPr/>
          <p:nvPr/>
        </p:nvSpPr>
        <p:spPr>
          <a:xfrm>
            <a:off x="9217874" y="4606322"/>
            <a:ext cx="2503498" cy="1024632"/>
          </a:xfrm>
          <a:prstGeom prst="rect">
            <a:avLst/>
          </a:prstGeom>
          <a:noFill/>
          <a:ln/>
        </p:spPr>
        <p:txBody>
          <a:bodyPr wrap="square" lIns="0" tIns="0" rIns="0" bIns="0" rtlCol="0" anchor="ctr"/>
          <a:lstStyle/>
          <a:p>
            <a:pPr marL="0" indent="0" algn="ctr">
              <a:buNone/>
            </a:pPr>
            <a:r>
              <a:rPr lang="en-US" sz="4400" b="1" dirty="0">
                <a:solidFill>
                  <a:srgbClr val="00C9B1"/>
                </a:solidFill>
                <a:latin typeface="Calibri" pitchFamily="34" charset="0"/>
                <a:ea typeface="Calibri" pitchFamily="34" charset="-122"/>
                <a:cs typeface="Calibri" pitchFamily="34" charset="-120"/>
              </a:rPr>
              <a:t>0 Labels</a:t>
            </a:r>
            <a:endParaRPr lang="en-US" sz="4400" dirty="0"/>
          </a:p>
        </p:txBody>
      </p:sp>
      <p:sp>
        <p:nvSpPr>
          <p:cNvPr id="32" name="Text 7">
            <a:extLst>
              <a:ext uri="{FF2B5EF4-FFF2-40B4-BE49-F238E27FC236}">
                <a16:creationId xmlns:a16="http://schemas.microsoft.com/office/drawing/2014/main" id="{BD1BEADA-C5A1-B889-3233-AE4932E48598}"/>
              </a:ext>
            </a:extLst>
          </p:cNvPr>
          <p:cNvSpPr/>
          <p:nvPr/>
        </p:nvSpPr>
        <p:spPr>
          <a:xfrm>
            <a:off x="9153835" y="5630954"/>
            <a:ext cx="2503498" cy="768474"/>
          </a:xfrm>
          <a:prstGeom prst="rect">
            <a:avLst/>
          </a:prstGeom>
          <a:noFill/>
          <a:ln/>
        </p:spPr>
        <p:txBody>
          <a:bodyPr wrap="square" lIns="0" tIns="0" rIns="0" bIns="0" rtlCol="0" anchor="ctr"/>
          <a:lstStyle/>
          <a:p>
            <a:pPr marL="0" indent="0" algn="ctr">
              <a:buNone/>
            </a:pPr>
            <a:r>
              <a:rPr lang="en-US" dirty="0">
                <a:solidFill>
                  <a:schemeClr val="accent2">
                    <a:lumMod val="50000"/>
                  </a:schemeClr>
                </a:solidFill>
                <a:latin typeface="Calibri" pitchFamily="34" charset="0"/>
                <a:ea typeface="Calibri" pitchFamily="34" charset="-122"/>
                <a:cs typeface="Calibri" pitchFamily="34" charset="-120"/>
              </a:rPr>
              <a:t>Used in Training</a:t>
            </a:r>
            <a:endParaRPr lang="en-US" dirty="0">
              <a:solidFill>
                <a:schemeClr val="accent2">
                  <a:lumMod val="50000"/>
                </a:schemeClr>
              </a:solidFill>
            </a:endParaRPr>
          </a:p>
        </p:txBody>
      </p:sp>
    </p:spTree>
    <p:extLst>
      <p:ext uri="{BB962C8B-B14F-4D97-AF65-F5344CB8AC3E}">
        <p14:creationId xmlns:p14="http://schemas.microsoft.com/office/powerpoint/2010/main" val="2723784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2C58-3693-3E59-399B-21595703E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30A68-2677-D166-8435-198BDC3D7DCF}"/>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What the Results Tell Us</a:t>
            </a:r>
            <a:endParaRPr lang="en-US" dirty="0"/>
          </a:p>
        </p:txBody>
      </p:sp>
      <p:sp>
        <p:nvSpPr>
          <p:cNvPr id="4" name="Slide Number Placeholder 3">
            <a:extLst>
              <a:ext uri="{FF2B5EF4-FFF2-40B4-BE49-F238E27FC236}">
                <a16:creationId xmlns:a16="http://schemas.microsoft.com/office/drawing/2014/main" id="{9301F611-F8D9-E1E1-FA62-AF546C8A1A98}"/>
              </a:ext>
            </a:extLst>
          </p:cNvPr>
          <p:cNvSpPr>
            <a:spLocks noGrp="1"/>
          </p:cNvSpPr>
          <p:nvPr>
            <p:ph type="sldNum" sz="quarter" idx="4"/>
          </p:nvPr>
        </p:nvSpPr>
        <p:spPr/>
        <p:txBody>
          <a:bodyPr/>
          <a:lstStyle/>
          <a:p>
            <a:fld id="{933A556B-7C63-244D-9B7C-B0EA8042B330}" type="slidenum">
              <a:rPr lang="en-US" smtClean="0"/>
              <a:pPr/>
              <a:t>11</a:t>
            </a:fld>
            <a:endParaRPr lang="en-US" dirty="0"/>
          </a:p>
        </p:txBody>
      </p:sp>
      <p:sp>
        <p:nvSpPr>
          <p:cNvPr id="8" name="Rectangle 7">
            <a:extLst>
              <a:ext uri="{FF2B5EF4-FFF2-40B4-BE49-F238E27FC236}">
                <a16:creationId xmlns:a16="http://schemas.microsoft.com/office/drawing/2014/main" id="{97B11BC3-DE83-05F1-51C0-821BC7D927E6}"/>
              </a:ext>
            </a:extLst>
          </p:cNvPr>
          <p:cNvSpPr/>
          <p:nvPr/>
        </p:nvSpPr>
        <p:spPr>
          <a:xfrm>
            <a:off x="6400802" y="1690688"/>
            <a:ext cx="5448300" cy="434212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EEE51500-BB84-6D4F-5A86-F52F874A0790}"/>
              </a:ext>
            </a:extLst>
          </p:cNvPr>
          <p:cNvSpPr/>
          <p:nvPr/>
        </p:nvSpPr>
        <p:spPr>
          <a:xfrm>
            <a:off x="643689" y="1690687"/>
            <a:ext cx="5372100" cy="4342121"/>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ntent Placeholder 6">
            <a:extLst>
              <a:ext uri="{FF2B5EF4-FFF2-40B4-BE49-F238E27FC236}">
                <a16:creationId xmlns:a16="http://schemas.microsoft.com/office/drawing/2014/main" id="{2CC59971-5E2A-7C5B-E996-B200029C42A5}"/>
              </a:ext>
            </a:extLst>
          </p:cNvPr>
          <p:cNvSpPr>
            <a:spLocks noGrp="1"/>
          </p:cNvSpPr>
          <p:nvPr>
            <p:ph idx="1"/>
          </p:nvPr>
        </p:nvSpPr>
        <p:spPr>
          <a:xfrm>
            <a:off x="796089" y="1825624"/>
            <a:ext cx="4995111" cy="4207184"/>
          </a:xfrm>
        </p:spPr>
        <p:txBody>
          <a:bodyPr>
            <a:normAutofit/>
          </a:bodyPr>
          <a:lstStyle/>
          <a:p>
            <a:pPr algn="ctr"/>
            <a:endParaRPr lang="en-US" b="1" dirty="0"/>
          </a:p>
          <a:p>
            <a:pPr marL="0" indent="0">
              <a:buSzPct val="100000"/>
            </a:pPr>
            <a:endParaRPr lang="en-US" sz="2400" dirty="0">
              <a:latin typeface="Calibri" pitchFamily="34" charset="0"/>
              <a:ea typeface="Calibri" pitchFamily="34" charset="-122"/>
              <a:cs typeface="Calibri" pitchFamily="34" charset="-120"/>
            </a:endParaRPr>
          </a:p>
          <a:p>
            <a:pPr marL="342900" indent="-342900">
              <a:buSzPct val="100000"/>
              <a:buChar char="•"/>
            </a:pPr>
            <a:r>
              <a:rPr lang="en-US" sz="2400" dirty="0">
                <a:latin typeface="Calibri" pitchFamily="34" charset="0"/>
                <a:ea typeface="Calibri" pitchFamily="34" charset="-122"/>
                <a:cs typeface="Calibri" pitchFamily="34" charset="-120"/>
              </a:rPr>
              <a:t>No labeled attack data needed at train time</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Can detect novel / zero-day attacks by definition</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Precision trade-off vs supervised is acceptable for complementary detection layer</a:t>
            </a:r>
            <a:endParaRPr lang="en-US" sz="2400" dirty="0"/>
          </a:p>
        </p:txBody>
      </p:sp>
      <p:sp>
        <p:nvSpPr>
          <p:cNvPr id="11" name="Content Placeholder 6">
            <a:extLst>
              <a:ext uri="{FF2B5EF4-FFF2-40B4-BE49-F238E27FC236}">
                <a16:creationId xmlns:a16="http://schemas.microsoft.com/office/drawing/2014/main" id="{8A2C7CC7-9B38-0367-06A5-23C4F4093785}"/>
              </a:ext>
            </a:extLst>
          </p:cNvPr>
          <p:cNvSpPr txBox="1">
            <a:spLocks/>
          </p:cNvSpPr>
          <p:nvPr/>
        </p:nvSpPr>
        <p:spPr>
          <a:xfrm>
            <a:off x="6553202" y="1825624"/>
            <a:ext cx="5067300" cy="42071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b="1" dirty="0">
                <a:latin typeface="Calibri" pitchFamily="34" charset="0"/>
                <a:ea typeface="Calibri" pitchFamily="34" charset="-122"/>
                <a:cs typeface="Calibri" pitchFamily="34" charset="-120"/>
              </a:rPr>
              <a:t>	</a:t>
            </a:r>
          </a:p>
          <a:p>
            <a:pPr marL="0" indent="0">
              <a:buSzPct val="100000"/>
            </a:pPr>
            <a:endParaRPr lang="en-US" sz="2400" dirty="0">
              <a:latin typeface="Calibri" pitchFamily="34" charset="0"/>
              <a:ea typeface="Calibri" pitchFamily="34" charset="-122"/>
              <a:cs typeface="Calibri" pitchFamily="34" charset="-120"/>
            </a:endParaRPr>
          </a:p>
          <a:p>
            <a:pPr marL="342900" indent="-342900">
              <a:buSzPct val="100000"/>
              <a:buChar char="•"/>
            </a:pPr>
            <a:r>
              <a:rPr lang="en-US" sz="2400" dirty="0">
                <a:latin typeface="Calibri" pitchFamily="34" charset="0"/>
                <a:ea typeface="Calibri" pitchFamily="34" charset="-122"/>
                <a:cs typeface="Calibri" pitchFamily="34" charset="-120"/>
              </a:rPr>
              <a:t>Precision drops to 0.80–0.84 vs 0.96–0.99 on External Attack</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Internal attacker traffic resembles normal patterns more closely</a:t>
            </a:r>
            <a:endParaRPr lang="en-US" sz="2400" dirty="0"/>
          </a:p>
          <a:p>
            <a:pPr marL="342900" indent="-342900">
              <a:buSzPct val="100000"/>
              <a:buChar char="•"/>
            </a:pPr>
            <a:r>
              <a:rPr lang="en-US" sz="2400" dirty="0">
                <a:latin typeface="Calibri" pitchFamily="34" charset="0"/>
                <a:ea typeface="Calibri" pitchFamily="34" charset="-122"/>
                <a:cs typeface="Calibri" pitchFamily="34" charset="-120"/>
              </a:rPr>
              <a:t>Recall stays at 1.00, no true attacks missed</a:t>
            </a:r>
            <a:endParaRPr lang="en-US" sz="2400" dirty="0"/>
          </a:p>
        </p:txBody>
      </p:sp>
      <p:pic>
        <p:nvPicPr>
          <p:cNvPr id="13" name="Graphic 12" descr="Checkmark with solid fill">
            <a:extLst>
              <a:ext uri="{FF2B5EF4-FFF2-40B4-BE49-F238E27FC236}">
                <a16:creationId xmlns:a16="http://schemas.microsoft.com/office/drawing/2014/main" id="{FB1BA85D-0178-ABAF-0B19-8699671124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0678" y="2001107"/>
            <a:ext cx="683894" cy="683894"/>
          </a:xfrm>
          <a:prstGeom prst="rect">
            <a:avLst/>
          </a:prstGeom>
        </p:spPr>
      </p:pic>
      <p:pic>
        <p:nvPicPr>
          <p:cNvPr id="15" name="Graphic 14" descr="Warning with solid fill">
            <a:extLst>
              <a:ext uri="{FF2B5EF4-FFF2-40B4-BE49-F238E27FC236}">
                <a16:creationId xmlns:a16="http://schemas.microsoft.com/office/drawing/2014/main" id="{5B894C10-10CA-F2E8-2F78-8C272F9E5CD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53202" y="2001106"/>
            <a:ext cx="683894" cy="683894"/>
          </a:xfrm>
          <a:prstGeom prst="rect">
            <a:avLst/>
          </a:prstGeom>
        </p:spPr>
      </p:pic>
      <p:sp>
        <p:nvSpPr>
          <p:cNvPr id="17" name="TextBox 16">
            <a:extLst>
              <a:ext uri="{FF2B5EF4-FFF2-40B4-BE49-F238E27FC236}">
                <a16:creationId xmlns:a16="http://schemas.microsoft.com/office/drawing/2014/main" id="{DE5B9A41-2A30-63EB-587C-944172160010}"/>
              </a:ext>
            </a:extLst>
          </p:cNvPr>
          <p:cNvSpPr txBox="1"/>
          <p:nvPr/>
        </p:nvSpPr>
        <p:spPr>
          <a:xfrm>
            <a:off x="643689" y="2081444"/>
            <a:ext cx="5372100" cy="523220"/>
          </a:xfrm>
          <a:prstGeom prst="rect">
            <a:avLst/>
          </a:prstGeom>
          <a:noFill/>
        </p:spPr>
        <p:txBody>
          <a:bodyPr wrap="square">
            <a:spAutoFit/>
          </a:bodyPr>
          <a:lstStyle/>
          <a:p>
            <a:pPr algn="ctr"/>
            <a:r>
              <a:rPr lang="en-US" sz="2800" b="1" dirty="0">
                <a:latin typeface="Calibri" pitchFamily="34" charset="0"/>
                <a:ea typeface="Calibri" pitchFamily="34" charset="-122"/>
                <a:cs typeface="Calibri" pitchFamily="34" charset="-120"/>
              </a:rPr>
              <a:t>Why Unsupervised?</a:t>
            </a:r>
          </a:p>
        </p:txBody>
      </p:sp>
      <p:sp>
        <p:nvSpPr>
          <p:cNvPr id="19" name="TextBox 18">
            <a:extLst>
              <a:ext uri="{FF2B5EF4-FFF2-40B4-BE49-F238E27FC236}">
                <a16:creationId xmlns:a16="http://schemas.microsoft.com/office/drawing/2014/main" id="{657BC081-028C-38C5-A7CA-FE1090EF063A}"/>
              </a:ext>
            </a:extLst>
          </p:cNvPr>
          <p:cNvSpPr txBox="1"/>
          <p:nvPr/>
        </p:nvSpPr>
        <p:spPr>
          <a:xfrm>
            <a:off x="6400802" y="1866000"/>
            <a:ext cx="5448300" cy="954107"/>
          </a:xfrm>
          <a:prstGeom prst="rect">
            <a:avLst/>
          </a:prstGeom>
          <a:noFill/>
        </p:spPr>
        <p:txBody>
          <a:bodyPr wrap="square">
            <a:spAutoFit/>
          </a:bodyPr>
          <a:lstStyle/>
          <a:p>
            <a:pPr marL="0" indent="0" algn="ctr"/>
            <a:r>
              <a:rPr lang="en-US" sz="2800" b="1" dirty="0">
                <a:latin typeface="Calibri" pitchFamily="34" charset="0"/>
                <a:ea typeface="Calibri" pitchFamily="34" charset="-122"/>
                <a:cs typeface="Calibri" pitchFamily="34" charset="-120"/>
              </a:rPr>
              <a:t>Compromised SCADA</a:t>
            </a:r>
          </a:p>
          <a:p>
            <a:pPr marL="0" indent="0" algn="ctr"/>
            <a:r>
              <a:rPr lang="en-US" sz="2800" b="1" dirty="0">
                <a:latin typeface="Calibri" pitchFamily="34" charset="0"/>
                <a:ea typeface="Calibri" pitchFamily="34" charset="-122"/>
                <a:cs typeface="Calibri" pitchFamily="34" charset="-120"/>
              </a:rPr>
              <a:t> Is  Harder</a:t>
            </a:r>
          </a:p>
        </p:txBody>
      </p:sp>
    </p:spTree>
    <p:extLst>
      <p:ext uri="{BB962C8B-B14F-4D97-AF65-F5344CB8AC3E}">
        <p14:creationId xmlns:p14="http://schemas.microsoft.com/office/powerpoint/2010/main" val="3054632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D546A-5453-22DA-F7C9-579322112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45C51-6C86-FC7B-B822-695A1BE9EABF}"/>
              </a:ext>
            </a:extLst>
          </p:cNvPr>
          <p:cNvSpPr>
            <a:spLocks noGrp="1"/>
          </p:cNvSpPr>
          <p:nvPr>
            <p:ph type="title"/>
          </p:nvPr>
        </p:nvSpPr>
        <p:spPr/>
        <p:txBody>
          <a:bodyPr/>
          <a:lstStyle/>
          <a:p>
            <a:r>
              <a:rPr lang="en-US">
                <a:latin typeface="Calibri" pitchFamily="34" charset="0"/>
                <a:ea typeface="Calibri" pitchFamily="34" charset="-122"/>
                <a:cs typeface="Calibri" pitchFamily="34" charset="-120"/>
              </a:rPr>
              <a:t>Toward a Foundational Model for Grid Security</a:t>
            </a:r>
            <a:endParaRPr lang="en-US" dirty="0"/>
          </a:p>
        </p:txBody>
      </p:sp>
      <p:sp>
        <p:nvSpPr>
          <p:cNvPr id="4" name="Slide Number Placeholder 3">
            <a:extLst>
              <a:ext uri="{FF2B5EF4-FFF2-40B4-BE49-F238E27FC236}">
                <a16:creationId xmlns:a16="http://schemas.microsoft.com/office/drawing/2014/main" id="{F80F5F19-C73A-0774-707C-A8D961326051}"/>
              </a:ext>
            </a:extLst>
          </p:cNvPr>
          <p:cNvSpPr>
            <a:spLocks noGrp="1"/>
          </p:cNvSpPr>
          <p:nvPr>
            <p:ph type="sldNum" sz="quarter" idx="4"/>
          </p:nvPr>
        </p:nvSpPr>
        <p:spPr/>
        <p:txBody>
          <a:bodyPr/>
          <a:lstStyle/>
          <a:p>
            <a:fld id="{933A556B-7C63-244D-9B7C-B0EA8042B330}" type="slidenum">
              <a:rPr lang="en-US" smtClean="0"/>
              <a:pPr/>
              <a:t>12</a:t>
            </a:fld>
            <a:endParaRPr lang="en-US" dirty="0"/>
          </a:p>
        </p:txBody>
      </p:sp>
      <p:pic>
        <p:nvPicPr>
          <p:cNvPr id="16" name="Content Placeholder 15">
            <a:extLst>
              <a:ext uri="{FF2B5EF4-FFF2-40B4-BE49-F238E27FC236}">
                <a16:creationId xmlns:a16="http://schemas.microsoft.com/office/drawing/2014/main" id="{58B4F51F-F76D-AA33-3117-93155DF5569E}"/>
              </a:ext>
            </a:extLst>
          </p:cNvPr>
          <p:cNvPicPr>
            <a:picLocks noGrp="1" noChangeAspect="1"/>
          </p:cNvPicPr>
          <p:nvPr>
            <p:ph idx="1"/>
          </p:nvPr>
        </p:nvPicPr>
        <p:blipFill>
          <a:blip r:embed="rId2"/>
          <a:stretch>
            <a:fillRect/>
          </a:stretch>
        </p:blipFill>
        <p:spPr>
          <a:xfrm>
            <a:off x="571500" y="2125445"/>
            <a:ext cx="11049000" cy="3119555"/>
          </a:xfrm>
          <a:prstGeom prst="rect">
            <a:avLst/>
          </a:prstGeom>
        </p:spPr>
      </p:pic>
    </p:spTree>
    <p:extLst>
      <p:ext uri="{BB962C8B-B14F-4D97-AF65-F5344CB8AC3E}">
        <p14:creationId xmlns:p14="http://schemas.microsoft.com/office/powerpoint/2010/main" val="3764969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56CBC-DA70-7741-BB3F-BCDBBE052F88}"/>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246755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B9E7-6EA1-53FB-862B-A7452A14B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8D1B7-0D2F-0C00-295C-25E827B724EC}"/>
              </a:ext>
            </a:extLst>
          </p:cNvPr>
          <p:cNvSpPr>
            <a:spLocks noGrp="1"/>
          </p:cNvSpPr>
          <p:nvPr>
            <p:ph type="title"/>
          </p:nvPr>
        </p:nvSpPr>
        <p:spPr/>
        <p:txBody>
          <a:bodyPr/>
          <a:lstStyle/>
          <a:p>
            <a:r>
              <a:rPr lang="en-US" dirty="0">
                <a:latin typeface="Calibri" pitchFamily="34" charset="0"/>
                <a:ea typeface="Calibri" pitchFamily="34" charset="-122"/>
                <a:cs typeface="Calibri" pitchFamily="34" charset="-120"/>
              </a:rPr>
              <a:t>Thanks and Acknowledgements</a:t>
            </a:r>
            <a:endParaRPr lang="en-US" dirty="0"/>
          </a:p>
        </p:txBody>
      </p:sp>
      <p:sp>
        <p:nvSpPr>
          <p:cNvPr id="7" name="Content Placeholder 6">
            <a:extLst>
              <a:ext uri="{FF2B5EF4-FFF2-40B4-BE49-F238E27FC236}">
                <a16:creationId xmlns:a16="http://schemas.microsoft.com/office/drawing/2014/main" id="{DEBF91D6-0E78-CD55-A9C1-8B09A8E16508}"/>
              </a:ext>
            </a:extLst>
          </p:cNvPr>
          <p:cNvSpPr>
            <a:spLocks noGrp="1"/>
          </p:cNvSpPr>
          <p:nvPr>
            <p:ph idx="1"/>
          </p:nvPr>
        </p:nvSpPr>
        <p:spPr/>
        <p:txBody>
          <a:bodyPr/>
          <a:lstStyle/>
          <a:p>
            <a:pPr marL="457200" indent="-457200">
              <a:buFont typeface="Arial" panose="020B0604020202020204" pitchFamily="34" charset="0"/>
              <a:buChar char="•"/>
            </a:pPr>
            <a:r>
              <a:rPr lang="en-US" dirty="0"/>
              <a:t>This project was supported in part by the U.S. Department of Energy, Office of Science, Office of Workforce Development for Teachers and Scientists (WDTS) under the Community College Internships Program (CCI). </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I want to thank my mentor, Dr. Meng Yue, for guidance and support throughout this project.</a:t>
            </a:r>
          </a:p>
        </p:txBody>
      </p:sp>
      <p:sp>
        <p:nvSpPr>
          <p:cNvPr id="4" name="Slide Number Placeholder 3">
            <a:extLst>
              <a:ext uri="{FF2B5EF4-FFF2-40B4-BE49-F238E27FC236}">
                <a16:creationId xmlns:a16="http://schemas.microsoft.com/office/drawing/2014/main" id="{D902AB46-C9E9-0287-B954-0DC1FA410F47}"/>
              </a:ext>
            </a:extLst>
          </p:cNvPr>
          <p:cNvSpPr>
            <a:spLocks noGrp="1"/>
          </p:cNvSpPr>
          <p:nvPr>
            <p:ph type="sldNum" sz="quarter" idx="4"/>
          </p:nvPr>
        </p:nvSpPr>
        <p:spPr/>
        <p:txBody>
          <a:bodyPr/>
          <a:lstStyle/>
          <a:p>
            <a:fld id="{933A556B-7C63-244D-9B7C-B0EA8042B330}" type="slidenum">
              <a:rPr lang="en-US" smtClean="0"/>
              <a:pPr/>
              <a:t>14</a:t>
            </a:fld>
            <a:endParaRPr lang="en-US" dirty="0"/>
          </a:p>
        </p:txBody>
      </p:sp>
    </p:spTree>
    <p:extLst>
      <p:ext uri="{BB962C8B-B14F-4D97-AF65-F5344CB8AC3E}">
        <p14:creationId xmlns:p14="http://schemas.microsoft.com/office/powerpoint/2010/main" val="581582902"/>
      </p:ext>
    </p:extLst>
  </p:cSld>
  <p:clrMapOvr>
    <a:masterClrMapping/>
  </p:clrMapOvr>
</p:sld>
</file>

<file path=ppt/theme/theme1.xml><?xml version="1.0" encoding="utf-8"?>
<a:theme xmlns:a="http://schemas.openxmlformats.org/drawingml/2006/main" name="BNL">
  <a:themeElements>
    <a:clrScheme name="BNL Color Palette">
      <a:dk1>
        <a:srgbClr val="000000"/>
      </a:dk1>
      <a:lt1>
        <a:srgbClr val="FFFFFF"/>
      </a:lt1>
      <a:dk2>
        <a:srgbClr val="000000"/>
      </a:dk2>
      <a:lt2>
        <a:srgbClr val="FFFFFF"/>
      </a:lt2>
      <a:accent1>
        <a:srgbClr val="105C78"/>
      </a:accent1>
      <a:accent2>
        <a:srgbClr val="00ADDC"/>
      </a:accent2>
      <a:accent3>
        <a:srgbClr val="B2D33B"/>
      </a:accent3>
      <a:accent4>
        <a:srgbClr val="F68B1F"/>
      </a:accent4>
      <a:accent5>
        <a:srgbClr val="B72467"/>
      </a:accent5>
      <a:accent6>
        <a:srgbClr val="FFCD34"/>
      </a:accent6>
      <a:hlink>
        <a:srgbClr val="4881C3"/>
      </a:hlink>
      <a:folHlink>
        <a:srgbClr val="51499E"/>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5" id="{02B1611D-C42F-0A41-BAED-D3B41970EBE3}" vid="{7E203859-C242-EE45-BB6D-C700A593D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9561e60-dc75-4c28-a1c9-2e8d8870196b}" enabled="0" method="" siteId="{89561e60-dc75-4c28-a1c9-2e8d8870196b}" removed="1"/>
</clbl:labelList>
</file>

<file path=docProps/app.xml><?xml version="1.0" encoding="utf-8"?>
<Properties xmlns="http://schemas.openxmlformats.org/officeDocument/2006/extended-properties" xmlns:vt="http://schemas.openxmlformats.org/officeDocument/2006/docPropsVTypes">
  <Template>bnl-ppt-template-widescreen</Template>
  <TotalTime>487</TotalTime>
  <Words>586</Words>
  <Application>Microsoft Office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Cascadia Code</vt:lpstr>
      <vt:lpstr>BNL</vt:lpstr>
      <vt:lpstr>Securing the Grid Sequential Anomaly Detection in ICS Traffic Using LSTM Autoencoders </vt:lpstr>
      <vt:lpstr>Power Grids Are Under Attack</vt:lpstr>
      <vt:lpstr>Modbus Was Built for Reliability, Not Security</vt:lpstr>
      <vt:lpstr>PowerPoint Presentation</vt:lpstr>
      <vt:lpstr>CIC Modbus Dataset 2023 / 5 Key Features </vt:lpstr>
      <vt:lpstr>PowerPoint Presentation</vt:lpstr>
      <vt:lpstr>LSTM Autoencoder Architecture</vt:lpstr>
      <vt:lpstr>LSTM Autoencoder Architecture cont.</vt:lpstr>
      <vt:lpstr>PowerPoint Presentation</vt:lpstr>
      <vt:lpstr>Strong Performance Across Both Attack Scenarios</vt:lpstr>
      <vt:lpstr>What the Results Tell Us</vt:lpstr>
      <vt:lpstr>Toward a Foundational Model for Grid Security</vt:lpstr>
      <vt:lpstr>Thank You.</vt:lpstr>
      <vt:lpstr>Thanks and Acknowledgements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Abrantes, Jorel Austin (STUDENT)</dc:creator>
  <cp:keywords/>
  <dc:description/>
  <cp:lastModifiedBy>Abrantes, Jorel Austin (STUDENT)</cp:lastModifiedBy>
  <cp:revision>1</cp:revision>
  <dcterms:created xsi:type="dcterms:W3CDTF">2026-03-16T15:46:37Z</dcterms:created>
  <dcterms:modified xsi:type="dcterms:W3CDTF">2026-03-17T15:12:08Z</dcterms:modified>
  <cp:category/>
</cp:coreProperties>
</file>